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366" r:id="rId3"/>
    <p:sldId id="39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27"/>
    <p:restoredTop sz="78493" autoAdjust="0"/>
  </p:normalViewPr>
  <p:slideViewPr>
    <p:cSldViewPr snapToGrid="0">
      <p:cViewPr varScale="1">
        <p:scale>
          <a:sx n="98" d="100"/>
          <a:sy n="98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Prescriptive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ED5F-9CC6-A209-CC91-A3402F9B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progression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9277-A54C-600B-5D1B-CC6FA5A7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Finding:</a:t>
            </a:r>
            <a:r>
              <a:rPr lang="en-GB" dirty="0"/>
              <a:t> Athletes with higher training loads tend to report greater fatigue.</a:t>
            </a:r>
          </a:p>
          <a:p>
            <a:r>
              <a:rPr lang="en-GB" b="1" dirty="0"/>
              <a:t>Claim 1:</a:t>
            </a:r>
            <a:r>
              <a:rPr lang="en-GB" dirty="0"/>
              <a:t> Training load and reported fatigue are associated.</a:t>
            </a:r>
          </a:p>
          <a:p>
            <a:r>
              <a:rPr lang="en-GB" b="1" dirty="0"/>
              <a:t>Claim 2:</a:t>
            </a:r>
            <a:r>
              <a:rPr lang="en-GB" dirty="0"/>
              <a:t> Increasing an athlete’s load will cause greater fatigue.</a:t>
            </a:r>
          </a:p>
          <a:p>
            <a:r>
              <a:rPr lang="en-GB" b="1" dirty="0"/>
              <a:t>Claim 3:</a:t>
            </a:r>
            <a:r>
              <a:rPr lang="en-GB" dirty="0"/>
              <a:t> We should reduce every athlete’s training load.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Students discuss how far the evidence gets them and what additional information each claim requires. This is a substantial analytical skill, even without another formula.</a:t>
            </a:r>
          </a:p>
        </p:txBody>
      </p:sp>
    </p:spTree>
    <p:extLst>
      <p:ext uri="{BB962C8B-B14F-4D97-AF65-F5344CB8AC3E}">
        <p14:creationId xmlns:p14="http://schemas.microsoft.com/office/powerpoint/2010/main" val="235406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9BE-B427-AD17-F40D-9FBDC7F4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6377-8128-3C14-E606-5E51175D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Limits of prescriptive analytics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Next time</a:t>
            </a:r>
          </a:p>
          <a:p>
            <a:r>
              <a:rPr lang="en-GB"/>
              <a:t>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4664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2516</TotalTime>
  <Words>96</Words>
  <Application>Microsoft Macintosh PowerPoint</Application>
  <PresentationFormat>Widescreen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Prescriptive Analytics</vt:lpstr>
      <vt:lpstr>Theoretical progression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Intern, Performance</cp:lastModifiedBy>
  <cp:revision>48</cp:revision>
  <dcterms:created xsi:type="dcterms:W3CDTF">2026-08-17T13:48:23Z</dcterms:created>
  <dcterms:modified xsi:type="dcterms:W3CDTF">2026-10-12T21:34:34Z</dcterms:modified>
</cp:coreProperties>
</file>