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0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/>
    <p:restoredTop sz="78493" autoAdjust="0"/>
  </p:normalViewPr>
  <p:slideViewPr>
    <p:cSldViewPr snapToGrid="0">
      <p:cViewPr varScale="1">
        <p:scale>
          <a:sx n="98" d="100"/>
          <a:sy n="98" d="100"/>
        </p:scale>
        <p:origin x="11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Data Characteristics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17</Words>
  <Application>Microsoft Macintosh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Data Characteristics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11</cp:revision>
  <dcterms:created xsi:type="dcterms:W3CDTF">2026-08-17T13:48:23Z</dcterms:created>
  <dcterms:modified xsi:type="dcterms:W3CDTF">2026-09-16T21:32:50Z</dcterms:modified>
</cp:coreProperties>
</file>