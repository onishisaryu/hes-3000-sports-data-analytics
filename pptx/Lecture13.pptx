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421" r:id="rId3"/>
    <p:sldId id="415" r:id="rId4"/>
    <p:sldId id="417" r:id="rId5"/>
    <p:sldId id="416" r:id="rId6"/>
    <p:sldId id="418" r:id="rId7"/>
    <p:sldId id="419" r:id="rId8"/>
    <p:sldId id="420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EC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8BA75F-BB6E-9F18-1648-74F52ADBFB50}" v="317" dt="2026-09-14T21:32:23.5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04"/>
    <p:restoredTop sz="78493" autoAdjust="0"/>
  </p:normalViewPr>
  <p:slideViewPr>
    <p:cSldViewPr snapToGrid="0">
      <p:cViewPr varScale="1">
        <p:scale>
          <a:sx n="100" d="100"/>
          <a:sy n="100" d="100"/>
        </p:scale>
        <p:origin x="858" y="90"/>
      </p:cViewPr>
      <p:guideLst/>
    </p:cSldViewPr>
  </p:slideViewPr>
  <p:outlineViewPr>
    <p:cViewPr>
      <p:scale>
        <a:sx n="33" d="100"/>
        <a:sy n="33" d="100"/>
      </p:scale>
      <p:origin x="0" y="-28664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30" d="100"/>
        <a:sy n="130" d="100"/>
      </p:scale>
      <p:origin x="0" y="-327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nishi, Saryu" userId="S::saryu@ou.edu::24ec4854-0e9b-4cd9-95b4-b9d15917116b" providerId="AD" clId="Web-{D68BA75F-BB6E-9F18-1648-74F52ADBFB50}"/>
    <pc:docChg chg="addSld modSld">
      <pc:chgData name="Onishi, Saryu" userId="S::saryu@ou.edu::24ec4854-0e9b-4cd9-95b4-b9d15917116b" providerId="AD" clId="Web-{D68BA75F-BB6E-9F18-1648-74F52ADBFB50}" dt="2026-09-14T21:32:21.071" v="322"/>
      <pc:docMkLst>
        <pc:docMk/>
      </pc:docMkLst>
      <pc:sldChg chg="modSp">
        <pc:chgData name="Onishi, Saryu" userId="S::saryu@ou.edu::24ec4854-0e9b-4cd9-95b4-b9d15917116b" providerId="AD" clId="Web-{D68BA75F-BB6E-9F18-1648-74F52ADBFB50}" dt="2026-09-14T21:23:01.601" v="188" actId="20577"/>
        <pc:sldMkLst>
          <pc:docMk/>
          <pc:sldMk cId="2206692154" sldId="301"/>
        </pc:sldMkLst>
        <pc:spChg chg="mod">
          <ac:chgData name="Onishi, Saryu" userId="S::saryu@ou.edu::24ec4854-0e9b-4cd9-95b4-b9d15917116b" providerId="AD" clId="Web-{D68BA75F-BB6E-9F18-1648-74F52ADBFB50}" dt="2026-09-14T21:23:01.601" v="188" actId="20577"/>
          <ac:spMkLst>
            <pc:docMk/>
            <pc:sldMk cId="2206692154" sldId="301"/>
            <ac:spMk id="3" creationId="{B7781857-C6C4-CF29-7D9F-C7FCD74ECA0D}"/>
          </ac:spMkLst>
        </pc:spChg>
      </pc:sldChg>
      <pc:sldChg chg="modSp">
        <pc:chgData name="Onishi, Saryu" userId="S::saryu@ou.edu::24ec4854-0e9b-4cd9-95b4-b9d15917116b" providerId="AD" clId="Web-{D68BA75F-BB6E-9F18-1648-74F52ADBFB50}" dt="2026-09-14T21:16:29.569" v="91" actId="20577"/>
        <pc:sldMkLst>
          <pc:docMk/>
          <pc:sldMk cId="404022894" sldId="309"/>
        </pc:sldMkLst>
        <pc:spChg chg="mod">
          <ac:chgData name="Onishi, Saryu" userId="S::saryu@ou.edu::24ec4854-0e9b-4cd9-95b4-b9d15917116b" providerId="AD" clId="Web-{D68BA75F-BB6E-9F18-1648-74F52ADBFB50}" dt="2026-09-14T21:16:29.569" v="91" actId="20577"/>
          <ac:spMkLst>
            <pc:docMk/>
            <pc:sldMk cId="404022894" sldId="309"/>
            <ac:spMk id="3" creationId="{51729538-923D-458B-77DC-2E172E5670ED}"/>
          </ac:spMkLst>
        </pc:spChg>
      </pc:sldChg>
      <pc:sldChg chg="modSp">
        <pc:chgData name="Onishi, Saryu" userId="S::saryu@ou.edu::24ec4854-0e9b-4cd9-95b4-b9d15917116b" providerId="AD" clId="Web-{D68BA75F-BB6E-9F18-1648-74F52ADBFB50}" dt="2026-09-14T21:07:36.208" v="9" actId="1076"/>
        <pc:sldMkLst>
          <pc:docMk/>
          <pc:sldMk cId="2375312425" sldId="341"/>
        </pc:sldMkLst>
        <pc:spChg chg="mod">
          <ac:chgData name="Onishi, Saryu" userId="S::saryu@ou.edu::24ec4854-0e9b-4cd9-95b4-b9d15917116b" providerId="AD" clId="Web-{D68BA75F-BB6E-9F18-1648-74F52ADBFB50}" dt="2026-09-14T21:07:32.817" v="8" actId="20577"/>
          <ac:spMkLst>
            <pc:docMk/>
            <pc:sldMk cId="2375312425" sldId="341"/>
            <ac:spMk id="3" creationId="{81DA9FF1-2CFE-687B-73EB-63D88B461873}"/>
          </ac:spMkLst>
        </pc:spChg>
        <pc:spChg chg="mod">
          <ac:chgData name="Onishi, Saryu" userId="S::saryu@ou.edu::24ec4854-0e9b-4cd9-95b4-b9d15917116b" providerId="AD" clId="Web-{D68BA75F-BB6E-9F18-1648-74F52ADBFB50}" dt="2026-09-14T21:07:36.208" v="9" actId="1076"/>
          <ac:spMkLst>
            <pc:docMk/>
            <pc:sldMk cId="2375312425" sldId="341"/>
            <ac:spMk id="5" creationId="{6F87B829-A4B6-1F78-9DA5-137B29194ED2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24:18.789" v="206" actId="20577"/>
        <pc:sldMkLst>
          <pc:docMk/>
          <pc:sldMk cId="2874847518" sldId="354"/>
        </pc:sldMkLst>
        <pc:spChg chg="mod">
          <ac:chgData name="Onishi, Saryu" userId="S::saryu@ou.edu::24ec4854-0e9b-4cd9-95b4-b9d15917116b" providerId="AD" clId="Web-{D68BA75F-BB6E-9F18-1648-74F52ADBFB50}" dt="2026-09-14T21:15:16.819" v="74" actId="20577"/>
          <ac:spMkLst>
            <pc:docMk/>
            <pc:sldMk cId="2874847518" sldId="354"/>
            <ac:spMk id="2" creationId="{B112D2BE-C4C4-4D20-846C-3EF3A9972AED}"/>
          </ac:spMkLst>
        </pc:spChg>
        <pc:spChg chg="mod">
          <ac:chgData name="Onishi, Saryu" userId="S::saryu@ou.edu::24ec4854-0e9b-4cd9-95b4-b9d15917116b" providerId="AD" clId="Web-{D68BA75F-BB6E-9F18-1648-74F52ADBFB50}" dt="2026-09-14T21:24:18.789" v="206" actId="20577"/>
          <ac:spMkLst>
            <pc:docMk/>
            <pc:sldMk cId="2874847518" sldId="354"/>
            <ac:spMk id="3" creationId="{D45FD767-E1AA-9C8B-849F-6E11EB3CB6C0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17:39.194" v="127" actId="20577"/>
        <pc:sldMkLst>
          <pc:docMk/>
          <pc:sldMk cId="809028509" sldId="355"/>
        </pc:sldMkLst>
        <pc:spChg chg="mod">
          <ac:chgData name="Onishi, Saryu" userId="S::saryu@ou.edu::24ec4854-0e9b-4cd9-95b4-b9d15917116b" providerId="AD" clId="Web-{D68BA75F-BB6E-9F18-1648-74F52ADBFB50}" dt="2026-09-14T21:17:39.194" v="127" actId="20577"/>
          <ac:spMkLst>
            <pc:docMk/>
            <pc:sldMk cId="809028509" sldId="355"/>
            <ac:spMk id="2" creationId="{9B3B2596-FD5F-03B2-820D-4B9F36FB3D0A}"/>
          </ac:spMkLst>
        </pc:spChg>
        <pc:spChg chg="mod">
          <ac:chgData name="Onishi, Saryu" userId="S::saryu@ou.edu::24ec4854-0e9b-4cd9-95b4-b9d15917116b" providerId="AD" clId="Web-{D68BA75F-BB6E-9F18-1648-74F52ADBFB50}" dt="2026-09-14T21:17:17.678" v="121" actId="20577"/>
          <ac:spMkLst>
            <pc:docMk/>
            <pc:sldMk cId="809028509" sldId="355"/>
            <ac:spMk id="3" creationId="{FAB2016C-BC61-0A1A-E451-7B3E637EF84A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17:57.460" v="132" actId="20577"/>
        <pc:sldMkLst>
          <pc:docMk/>
          <pc:sldMk cId="4290967881" sldId="356"/>
        </pc:sldMkLst>
        <pc:spChg chg="mod">
          <ac:chgData name="Onishi, Saryu" userId="S::saryu@ou.edu::24ec4854-0e9b-4cd9-95b4-b9d15917116b" providerId="AD" clId="Web-{D68BA75F-BB6E-9F18-1648-74F52ADBFB50}" dt="2026-09-14T21:17:53.944" v="130" actId="20577"/>
          <ac:spMkLst>
            <pc:docMk/>
            <pc:sldMk cId="4290967881" sldId="356"/>
            <ac:spMk id="2" creationId="{E2FA18D7-28B2-133F-662F-90CC8F55869B}"/>
          </ac:spMkLst>
        </pc:spChg>
        <pc:spChg chg="mod">
          <ac:chgData name="Onishi, Saryu" userId="S::saryu@ou.edu::24ec4854-0e9b-4cd9-95b4-b9d15917116b" providerId="AD" clId="Web-{D68BA75F-BB6E-9F18-1648-74F52ADBFB50}" dt="2026-09-14T21:17:57.460" v="132" actId="20577"/>
          <ac:spMkLst>
            <pc:docMk/>
            <pc:sldMk cId="4290967881" sldId="356"/>
            <ac:spMk id="3" creationId="{C603F302-AE7F-8CE3-9FC5-7C9203D4C4E2}"/>
          </ac:spMkLst>
        </pc:spChg>
      </pc:sldChg>
      <pc:sldChg chg="modSp add replId">
        <pc:chgData name="Onishi, Saryu" userId="S::saryu@ou.edu::24ec4854-0e9b-4cd9-95b4-b9d15917116b" providerId="AD" clId="Web-{D68BA75F-BB6E-9F18-1648-74F52ADBFB50}" dt="2026-09-14T21:18:30.835" v="139" actId="20577"/>
        <pc:sldMkLst>
          <pc:docMk/>
          <pc:sldMk cId="1767871761" sldId="357"/>
        </pc:sldMkLst>
        <pc:spChg chg="mod">
          <ac:chgData name="Onishi, Saryu" userId="S::saryu@ou.edu::24ec4854-0e9b-4cd9-95b4-b9d15917116b" providerId="AD" clId="Web-{D68BA75F-BB6E-9F18-1648-74F52ADBFB50}" dt="2026-09-14T21:18:30.835" v="139" actId="20577"/>
          <ac:spMkLst>
            <pc:docMk/>
            <pc:sldMk cId="1767871761" sldId="357"/>
            <ac:spMk id="3" creationId="{F328F1A0-F2E2-C4F6-63D0-F385C2C08D80}"/>
          </ac:spMkLst>
        </pc:spChg>
      </pc:sldChg>
      <pc:sldChg chg="add mod replId modShow">
        <pc:chgData name="Onishi, Saryu" userId="S::saryu@ou.edu::24ec4854-0e9b-4cd9-95b4-b9d15917116b" providerId="AD" clId="Web-{D68BA75F-BB6E-9F18-1648-74F52ADBFB50}" dt="2026-09-14T21:24:20.117" v="207"/>
        <pc:sldMkLst>
          <pc:docMk/>
          <pc:sldMk cId="2995389737" sldId="358"/>
        </pc:sldMkLst>
      </pc:sldChg>
      <pc:sldChg chg="modSp add replId">
        <pc:chgData name="Onishi, Saryu" userId="S::saryu@ou.edu::24ec4854-0e9b-4cd9-95b4-b9d15917116b" providerId="AD" clId="Web-{D68BA75F-BB6E-9F18-1648-74F52ADBFB50}" dt="2026-09-14T21:25:34.258" v="214" actId="20577"/>
        <pc:sldMkLst>
          <pc:docMk/>
          <pc:sldMk cId="1243830769" sldId="359"/>
        </pc:sldMkLst>
        <pc:spChg chg="mod">
          <ac:chgData name="Onishi, Saryu" userId="S::saryu@ou.edu::24ec4854-0e9b-4cd9-95b4-b9d15917116b" providerId="AD" clId="Web-{D68BA75F-BB6E-9F18-1648-74F52ADBFB50}" dt="2026-09-14T21:25:34.258" v="214" actId="20577"/>
          <ac:spMkLst>
            <pc:docMk/>
            <pc:sldMk cId="1243830769" sldId="359"/>
            <ac:spMk id="3" creationId="{451547EC-8C64-0100-020D-0D8510686817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26:53.070" v="229" actId="20577"/>
        <pc:sldMkLst>
          <pc:docMk/>
          <pc:sldMk cId="2381630488" sldId="360"/>
        </pc:sldMkLst>
        <pc:spChg chg="mod">
          <ac:chgData name="Onishi, Saryu" userId="S::saryu@ou.edu::24ec4854-0e9b-4cd9-95b4-b9d15917116b" providerId="AD" clId="Web-{D68BA75F-BB6E-9F18-1648-74F52ADBFB50}" dt="2026-09-14T21:26:53.070" v="229" actId="20577"/>
          <ac:spMkLst>
            <pc:docMk/>
            <pc:sldMk cId="2381630488" sldId="360"/>
            <ac:spMk id="3" creationId="{573F9774-8134-A9A4-DA1E-3A021D0E75A4}"/>
          </ac:spMkLst>
        </pc:spChg>
      </pc:sldChg>
      <pc:sldChg chg="addSp modSp new">
        <pc:chgData name="Onishi, Saryu" userId="S::saryu@ou.edu::24ec4854-0e9b-4cd9-95b4-b9d15917116b" providerId="AD" clId="Web-{D68BA75F-BB6E-9F18-1648-74F52ADBFB50}" dt="2026-09-14T21:28:09.180" v="264"/>
        <pc:sldMkLst>
          <pc:docMk/>
          <pc:sldMk cId="1486169029" sldId="361"/>
        </pc:sldMkLst>
        <pc:spChg chg="mod">
          <ac:chgData name="Onishi, Saryu" userId="S::saryu@ou.edu::24ec4854-0e9b-4cd9-95b4-b9d15917116b" providerId="AD" clId="Web-{D68BA75F-BB6E-9F18-1648-74F52ADBFB50}" dt="2026-09-14T21:27:11.758" v="238" actId="20577"/>
          <ac:spMkLst>
            <pc:docMk/>
            <pc:sldMk cId="1486169029" sldId="361"/>
            <ac:spMk id="2" creationId="{519443A2-C56F-F6DF-D387-0E48376C5816}"/>
          </ac:spMkLst>
        </pc:spChg>
        <pc:spChg chg="mod">
          <ac:chgData name="Onishi, Saryu" userId="S::saryu@ou.edu::24ec4854-0e9b-4cd9-95b4-b9d15917116b" providerId="AD" clId="Web-{D68BA75F-BB6E-9F18-1648-74F52ADBFB50}" dt="2026-09-14T21:27:21.649" v="246" actId="20577"/>
          <ac:spMkLst>
            <pc:docMk/>
            <pc:sldMk cId="1486169029" sldId="361"/>
            <ac:spMk id="3" creationId="{B4660DEF-0C6D-4352-D4C1-3F9EDC657A6D}"/>
          </ac:spMkLst>
        </pc:spChg>
        <pc:spChg chg="add mod">
          <ac:chgData name="Onishi, Saryu" userId="S::saryu@ou.edu::24ec4854-0e9b-4cd9-95b4-b9d15917116b" providerId="AD" clId="Web-{D68BA75F-BB6E-9F18-1648-74F52ADBFB50}" dt="2026-09-14T21:28:09.180" v="264"/>
          <ac:spMkLst>
            <pc:docMk/>
            <pc:sldMk cId="1486169029" sldId="361"/>
            <ac:spMk id="4" creationId="{ADEF0CF4-9F0B-9BCC-D6D4-49A532E4AD93}"/>
          </ac:spMkLst>
        </pc:spChg>
      </pc:sldChg>
      <pc:sldChg chg="addSp modSp new">
        <pc:chgData name="Onishi, Saryu" userId="S::saryu@ou.edu::24ec4854-0e9b-4cd9-95b4-b9d15917116b" providerId="AD" clId="Web-{D68BA75F-BB6E-9F18-1648-74F52ADBFB50}" dt="2026-09-14T21:32:21.071" v="322"/>
        <pc:sldMkLst>
          <pc:docMk/>
          <pc:sldMk cId="2995797760" sldId="362"/>
        </pc:sldMkLst>
        <pc:spChg chg="mod">
          <ac:chgData name="Onishi, Saryu" userId="S::saryu@ou.edu::24ec4854-0e9b-4cd9-95b4-b9d15917116b" providerId="AD" clId="Web-{D68BA75F-BB6E-9F18-1648-74F52ADBFB50}" dt="2026-09-14T21:28:52.883" v="278" actId="20577"/>
          <ac:spMkLst>
            <pc:docMk/>
            <pc:sldMk cId="2995797760" sldId="362"/>
            <ac:spMk id="2" creationId="{79865F0B-0A66-FF8B-3F5C-3BDD7AF304A8}"/>
          </ac:spMkLst>
        </pc:spChg>
        <pc:spChg chg="mod">
          <ac:chgData name="Onishi, Saryu" userId="S::saryu@ou.edu::24ec4854-0e9b-4cd9-95b4-b9d15917116b" providerId="AD" clId="Web-{D68BA75F-BB6E-9F18-1648-74F52ADBFB50}" dt="2026-09-14T21:32:16.696" v="320" actId="20577"/>
          <ac:spMkLst>
            <pc:docMk/>
            <pc:sldMk cId="2995797760" sldId="362"/>
            <ac:spMk id="3" creationId="{44203125-B9A9-9921-B918-608635B0F058}"/>
          </ac:spMkLst>
        </pc:spChg>
        <pc:graphicFrameChg chg="add mod modGraphic">
          <ac:chgData name="Onishi, Saryu" userId="S::saryu@ou.edu::24ec4854-0e9b-4cd9-95b4-b9d15917116b" providerId="AD" clId="Web-{D68BA75F-BB6E-9F18-1648-74F52ADBFB50}" dt="2026-09-14T21:32:21.071" v="322"/>
          <ac:graphicFrameMkLst>
            <pc:docMk/>
            <pc:sldMk cId="2995797760" sldId="362"/>
            <ac:graphicFrameMk id="5" creationId="{0EB1E87E-8339-EF70-96ED-F69529683223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95A223-E7C9-A243-9A70-FE01E1A1DD65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7D17FD-8842-8E4F-8C3E-EC8B634B2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8813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4580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7042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78C46-97B5-06A6-FCEF-1A1F72D6F7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0515600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D3A6AC-3ACF-3E00-27EA-CDC21E0D0C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3602038"/>
            <a:ext cx="10515599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2D74E7-FB50-6453-FBC4-4FF2059E7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EC381-9EAC-65CA-E2D4-E9753C63F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85E49-459E-7153-8DCA-00BFA12DD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0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44AAB-14A7-7BCA-3837-4F570792F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DB745-E89B-BA25-707B-D3F4B483C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A29DF3-7131-344B-BE29-3470A6E4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9C8A0-82E3-D43A-B433-03BD0E8A1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C3461-EED3-DA55-3A67-403D2D4F6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94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DEF06-5D11-579D-7B22-EDF525B07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3F87EE-121E-981D-94B0-7DD81A760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09C7F-68AA-F83B-0CC2-643C7451C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BFDF23-F262-A143-3D94-2E03C5E80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1BCC86-AF79-D336-B20B-1E34423D7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671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E23E6-4994-ADDB-53EF-33DAC6204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1385E-3FBA-00D8-820B-01457DE095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400107-976D-189B-D5B8-F3309A029F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421288-007A-64D1-177C-EC493AB35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8BDC7E-1ED0-A64E-B741-2BD6DCC16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110B18-79B2-CA9A-54E7-8E270EA6C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113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DBA0C-D408-C89D-A5A4-EE49BFEFE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C15059-44C0-5CAB-DD62-331CAEACC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210DA-60F4-E204-139F-488557C3A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C6D382-4432-4F54-9B2C-18EA1D3502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0DFF74-3B74-1F87-68E5-7C63462383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3D8442-0A79-241F-AD71-72BAE0874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BD044B-09B6-F478-2B54-1F154135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518B98-54E9-0248-CDC2-25F053D11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298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98611-FF70-0739-AB12-3A0D4D68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6340F8-BFC2-15DC-7097-138E7417B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87FFF2-E8C5-FBDB-D95A-12987FF75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02AAC0-7C6B-411F-8B27-54187B087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40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C24E59-43B1-B0E4-7BB5-449B4E620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9DB2FC-A612-3F77-71B9-89F90F23E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EA5C7-5EFB-A99C-8686-6EB2C8FCF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173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6815E-33A2-36BD-141A-20E6987BF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EB718-3207-923E-BB2A-3A6A8B97C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D8BF2C-0530-D542-CEA1-66680DF2CF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1246F5-476E-F02E-8D52-52095AD76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CBF9F-FEBA-A17C-67EF-779BF6982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3091D5-A6B8-C1A9-58A4-732980B56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346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F53C8-34AC-4EC3-9EF2-7646130C5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95296B-D06F-EC13-3B4B-D0804D56AD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C15AD4-D0C4-4B3F-01A9-C4EB16F15D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85DC77-4EA3-68F2-C1B1-3B61F9D48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28E95B-5416-3489-B8F3-9294F9EAD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31B0D-A406-6B24-1768-98B5238CC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462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7492E-5097-4D4A-B212-B9541B6D3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2B2462-C37E-9A16-D9B2-03FE3550DC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5E3E0-2253-2E4B-C45D-9DD87541E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8D6ED-F324-5EA4-EBC1-32D8A8A80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26162-D880-6B17-AFBB-2555E585E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8128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7EF97A-4C14-3B96-B570-63221FE426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1FCF3E-3E21-12E5-F093-CD2EBC62CD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EB50E-0940-C414-1C80-43A1C4CBF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34562-A92B-8D3C-4A79-2489A9975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47ADD3-AF08-2898-D3BF-4768616B3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510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C7E355-A6C3-ABB7-5FB3-07B7718D6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2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BE3536-C253-FE9A-75A8-6625508B80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41938"/>
            <a:ext cx="10515600" cy="47350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7838E-35A9-F96A-354A-AE0FF3F853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F61C71-767E-B84C-BFB3-7B18856D27F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6CBC5A-10F1-AA57-C7EC-9CDC8A53A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EEC1130-6658-3CAB-3F94-0FA0AAB844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207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9270D-14C3-FED3-E83A-AD4E36EC7A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sz="4800" dirty="0"/>
              <a:t>Performance Profile </a:t>
            </a:r>
            <a:r>
              <a:rPr lang="en-GB" sz="4800" dirty="0">
                <a:sym typeface="Wingdings" pitchFamily="2" charset="2"/>
              </a:rPr>
              <a:t></a:t>
            </a:r>
            <a:r>
              <a:rPr lang="en-GB" sz="4800" dirty="0"/>
              <a:t> </a:t>
            </a:r>
            <a:r>
              <a:rPr lang="en-GB" sz="4800"/>
              <a:t>Scouting Decision</a:t>
            </a:r>
            <a:endParaRPr lang="en-GB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03FB66-255C-9B0B-8F15-F85AACB34C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Saryu Onishi</a:t>
            </a:r>
          </a:p>
          <a:p>
            <a:r>
              <a:rPr lang="en-GB" dirty="0"/>
              <a:t>HES 3000-002, Sport Performance Analytics</a:t>
            </a:r>
          </a:p>
        </p:txBody>
      </p:sp>
    </p:spTree>
    <p:extLst>
      <p:ext uri="{BB962C8B-B14F-4D97-AF65-F5344CB8AC3E}">
        <p14:creationId xmlns:p14="http://schemas.microsoft.com/office/powerpoint/2010/main" val="3294273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C5743-196C-5604-A124-809F11D9F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EC80DDE-9D15-FC56-7740-3D9FB571B9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14587" y="1742281"/>
            <a:ext cx="7362825" cy="4133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9294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56AAC0-805A-BC35-56A0-0D754A397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Plan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3384F52-C548-3559-2551-A697E5C14248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401310" y="1441450"/>
          <a:ext cx="9389379" cy="473551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29793">
                  <a:extLst>
                    <a:ext uri="{9D8B030D-6E8A-4147-A177-3AD203B41FA5}">
                      <a16:colId xmlns:a16="http://schemas.microsoft.com/office/drawing/2014/main" val="2082558114"/>
                    </a:ext>
                  </a:extLst>
                </a:gridCol>
                <a:gridCol w="3129793">
                  <a:extLst>
                    <a:ext uri="{9D8B030D-6E8A-4147-A177-3AD203B41FA5}">
                      <a16:colId xmlns:a16="http://schemas.microsoft.com/office/drawing/2014/main" val="1732109000"/>
                    </a:ext>
                  </a:extLst>
                </a:gridCol>
                <a:gridCol w="3129793">
                  <a:extLst>
                    <a:ext uri="{9D8B030D-6E8A-4147-A177-3AD203B41FA5}">
                      <a16:colId xmlns:a16="http://schemas.microsoft.com/office/drawing/2014/main" val="854269572"/>
                    </a:ext>
                  </a:extLst>
                </a:gridCol>
              </a:tblGrid>
              <a:tr h="3265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Time</a:t>
                      </a:r>
                    </a:p>
                  </a:txBody>
                  <a:tcPr marL="81647" marR="81647" marT="40823" marB="408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Topic</a:t>
                      </a:r>
                    </a:p>
                  </a:txBody>
                  <a:tcPr marL="81647" marR="81647" marT="40823" marB="408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Teaching approach</a:t>
                      </a:r>
                    </a:p>
                  </a:txBody>
                  <a:tcPr marL="81647" marR="81647" marT="40823" marB="40823" anchor="ctr"/>
                </a:tc>
                <a:extLst>
                  <a:ext uri="{0D108BD9-81ED-4DB2-BD59-A6C34878D82A}">
                    <a16:rowId xmlns:a16="http://schemas.microsoft.com/office/drawing/2014/main" val="4088729647"/>
                  </a:ext>
                </a:extLst>
              </a:tr>
              <a:tr h="8164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0–8 min</a:t>
                      </a:r>
                    </a:p>
                  </a:txBody>
                  <a:tcPr marL="81647" marR="81647" marT="40823" marB="408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Revisit the opening decision</a:t>
                      </a:r>
                    </a:p>
                  </a:txBody>
                  <a:tcPr marL="81647" marR="81647" marT="40823" marB="408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Ask whether the athlete profiles changed students’ original selections.</a:t>
                      </a:r>
                    </a:p>
                  </a:txBody>
                  <a:tcPr marL="81647" marR="81647" marT="40823" marB="40823" anchor="ctr"/>
                </a:tc>
                <a:extLst>
                  <a:ext uri="{0D108BD9-81ED-4DB2-BD59-A6C34878D82A}">
                    <a16:rowId xmlns:a16="http://schemas.microsoft.com/office/drawing/2014/main" val="565343640"/>
                  </a:ext>
                </a:extLst>
              </a:tr>
              <a:tr h="5715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8–20 min</a:t>
                      </a:r>
                    </a:p>
                  </a:txBody>
                  <a:tcPr marL="81647" marR="81647" marT="40823" marB="408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Performance is multidimensional</a:t>
                      </a:r>
                    </a:p>
                  </a:txBody>
                  <a:tcPr marL="81647" marR="81647" marT="40823" marB="408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Discuss role, team needs, trade-offs, and minimum requirements.</a:t>
                      </a:r>
                    </a:p>
                  </a:txBody>
                  <a:tcPr marL="81647" marR="81647" marT="40823" marB="40823" anchor="ctr"/>
                </a:tc>
                <a:extLst>
                  <a:ext uri="{0D108BD9-81ED-4DB2-BD59-A6C34878D82A}">
                    <a16:rowId xmlns:a16="http://schemas.microsoft.com/office/drawing/2014/main" val="3528162046"/>
                  </a:ext>
                </a:extLst>
              </a:tr>
              <a:tr h="8164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20–30 min</a:t>
                      </a:r>
                    </a:p>
                  </a:txBody>
                  <a:tcPr marL="81647" marR="81647" marT="40823" marB="408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Building a weighted score</a:t>
                      </a:r>
                    </a:p>
                  </a:txBody>
                  <a:tcPr marL="81647" marR="81647" marT="40823" marB="408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Demonstrate a simple score using consistently oriented percentiles.</a:t>
                      </a:r>
                    </a:p>
                  </a:txBody>
                  <a:tcPr marL="81647" marR="81647" marT="40823" marB="40823" anchor="ctr"/>
                </a:tc>
                <a:extLst>
                  <a:ext uri="{0D108BD9-81ED-4DB2-BD59-A6C34878D82A}">
                    <a16:rowId xmlns:a16="http://schemas.microsoft.com/office/drawing/2014/main" val="1216411388"/>
                  </a:ext>
                </a:extLst>
              </a:tr>
              <a:tr h="8164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30–48 min</a:t>
                      </a:r>
                    </a:p>
                  </a:txBody>
                  <a:tcPr marL="81647" marR="81647" marT="40823" marB="408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Scouting committee activity</a:t>
                      </a:r>
                    </a:p>
                  </a:txBody>
                  <a:tcPr marL="81647" marR="81647" marT="40823" marB="408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Groups receive different recruitment briefs, select weights, and choose an athlete.</a:t>
                      </a:r>
                    </a:p>
                  </a:txBody>
                  <a:tcPr marL="81647" marR="81647" marT="40823" marB="40823" anchor="ctr"/>
                </a:tc>
                <a:extLst>
                  <a:ext uri="{0D108BD9-81ED-4DB2-BD59-A6C34878D82A}">
                    <a16:rowId xmlns:a16="http://schemas.microsoft.com/office/drawing/2014/main" val="3515650773"/>
                  </a:ext>
                </a:extLst>
              </a:tr>
              <a:tr h="5715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48–57 min</a:t>
                      </a:r>
                    </a:p>
                  </a:txBody>
                  <a:tcPr marL="81647" marR="81647" marT="40823" marB="408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Challenge the decision</a:t>
                      </a:r>
                    </a:p>
                  </a:txBody>
                  <a:tcPr marL="81647" marR="81647" marT="40823" marB="408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Change the weights and compare selections across groups.</a:t>
                      </a:r>
                    </a:p>
                  </a:txBody>
                  <a:tcPr marL="81647" marR="81647" marT="40823" marB="40823" anchor="ctr"/>
                </a:tc>
                <a:extLst>
                  <a:ext uri="{0D108BD9-81ED-4DB2-BD59-A6C34878D82A}">
                    <a16:rowId xmlns:a16="http://schemas.microsoft.com/office/drawing/2014/main" val="742707798"/>
                  </a:ext>
                </a:extLst>
              </a:tr>
              <a:tr h="8164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57–60 min</a:t>
                      </a:r>
                    </a:p>
                  </a:txBody>
                  <a:tcPr marL="81647" marR="81647" marT="40823" marB="408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Exit recommendation</a:t>
                      </a:r>
                    </a:p>
                  </a:txBody>
                  <a:tcPr marL="81647" marR="81647" marT="40823" marB="408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dirty="0"/>
                        <a:t>Students recommend an athlete and identify one uncertainty that could change their decision.</a:t>
                      </a:r>
                    </a:p>
                  </a:txBody>
                  <a:tcPr marL="81647" marR="81647" marT="40823" marB="40823" anchor="ctr"/>
                </a:tc>
                <a:extLst>
                  <a:ext uri="{0D108BD9-81ED-4DB2-BD59-A6C34878D82A}">
                    <a16:rowId xmlns:a16="http://schemas.microsoft.com/office/drawing/2014/main" val="1853900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65887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5F273-69B3-FA81-718C-77BBBE1A4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are we recruiting this athlete to do?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66C12-B59A-4D6E-681F-E3C12DC96E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Divide into groups:</a:t>
            </a:r>
          </a:p>
          <a:p>
            <a:pPr lvl="1"/>
            <a:r>
              <a:rPr lang="en-GB" dirty="0"/>
              <a:t>Team A needs a perimeter shooter.</a:t>
            </a:r>
          </a:p>
          <a:p>
            <a:pPr lvl="1"/>
            <a:r>
              <a:rPr lang="en-GB" dirty="0"/>
              <a:t>Team B needs a primary ball handler.</a:t>
            </a:r>
          </a:p>
          <a:p>
            <a:pPr lvl="1"/>
            <a:r>
              <a:rPr lang="en-GB" dirty="0"/>
              <a:t>Team C needs an athletic developmental prospect.</a:t>
            </a:r>
          </a:p>
          <a:p>
            <a:pPr lvl="1"/>
            <a:endParaRPr lang="en-GB" dirty="0"/>
          </a:p>
          <a:p>
            <a:r>
              <a:rPr lang="en-GB" dirty="0"/>
              <a:t>Which athlete did you select?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70519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30CE9A-CDBF-48F7-70FE-EE6ED0B9A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weighted score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857D88D-159F-7131-271D-5CCFFE5D92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simple weighted score:</a:t>
                </a:r>
              </a:p>
              <a:p>
                <a:endParaRPr lang="en-GB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𝑆𝑐𝑜𝑟𝑒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:endParaRPr lang="en-GB" dirty="0"/>
              </a:p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GB" dirty="0"/>
                  <a:t> represents a performance percentile, with higher always representing better performance</a:t>
                </a:r>
              </a:p>
              <a:p>
                <a:r>
                  <a:rPr lang="en-GB" dirty="0"/>
                  <a:t>weights sum to 1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857D88D-159F-7131-271D-5CCFFE5D92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1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969586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6B71A9-3B3A-E579-C61D-33F38DC20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Choosing the weights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158EE2-52A1-2593-57D7-1B38C15893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most valuable discussion is </a:t>
            </a:r>
            <a:r>
              <a:rPr lang="en-GB" b="1" dirty="0"/>
              <a:t>how to choose the weights</a:t>
            </a:r>
            <a:r>
              <a:rPr lang="en-GB" dirty="0"/>
              <a:t>:</a:t>
            </a:r>
          </a:p>
          <a:p>
            <a:pPr lvl="1"/>
            <a:r>
              <a:rPr lang="en-GB" b="1" dirty="0"/>
              <a:t>Role and team needs:</a:t>
            </a:r>
            <a:r>
              <a:rPr lang="en-GB" dirty="0"/>
              <a:t> What qualities does the athlete need to contribute?</a:t>
            </a:r>
          </a:p>
          <a:p>
            <a:pPr lvl="1"/>
            <a:r>
              <a:rPr lang="en-GB" b="1" dirty="0"/>
              <a:t>Sport knowledge:</a:t>
            </a:r>
            <a:r>
              <a:rPr lang="en-GB" dirty="0"/>
              <a:t> What do coaches and scouts consider relevant, and why?</a:t>
            </a:r>
          </a:p>
          <a:p>
            <a:pPr lvl="1"/>
            <a:r>
              <a:rPr lang="en-GB" b="1" dirty="0"/>
              <a:t>Evidence:</a:t>
            </a:r>
            <a:r>
              <a:rPr lang="en-GB" dirty="0"/>
              <a:t> Do these measures help predict the outcome we care about?</a:t>
            </a:r>
          </a:p>
          <a:p>
            <a:pPr lvl="1"/>
            <a:r>
              <a:rPr lang="en-GB" b="1" dirty="0"/>
              <a:t>Measurement quality:</a:t>
            </a:r>
            <a:r>
              <a:rPr lang="en-GB" dirty="0"/>
              <a:t> Is the apparent strength based on reliable testing and enough observations?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95063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C223B-9CF3-43C4-66E0-D5E2FA2AE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Revisiting activity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22A738-1444-9F13-373F-CAC5459C3D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Their recruitment goal.</a:t>
            </a:r>
          </a:p>
          <a:p>
            <a:pPr lvl="0"/>
            <a:r>
              <a:rPr lang="en-GB" dirty="0"/>
              <a:t>Their selected metrics and weights.</a:t>
            </a:r>
          </a:p>
          <a:p>
            <a:pPr lvl="0"/>
            <a:r>
              <a:rPr lang="en-GB" dirty="0"/>
              <a:t>Their preferred athlete.</a:t>
            </a:r>
          </a:p>
          <a:p>
            <a:pPr lvl="0"/>
            <a:r>
              <a:rPr lang="en-GB" dirty="0"/>
              <a:t>Whether that choice changes under equal weights or a plausible alternative.</a:t>
            </a:r>
          </a:p>
          <a:p>
            <a:pPr lvl="0"/>
            <a:r>
              <a:rPr lang="en-GB" dirty="0"/>
              <a:t>One additional piece of information they would request before recruiting.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78484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66BF2-C500-C05C-0A2A-D84909601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Minimum standard?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8D96C7-5F75-EEA7-07B0-CC1C205A5F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minimum requirements</a:t>
            </a:r>
            <a:r>
              <a:rPr lang="en-GB" dirty="0"/>
              <a:t>. A weighted average allows strengths to compensate for weaknesses, but that may be inappropriate for some roles. A team might require a minimum shooting standard before comparing the remaining candidates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9082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5018</TotalTime>
  <Words>341</Words>
  <Application>Microsoft Office PowerPoint</Application>
  <PresentationFormat>Widescreen</PresentationFormat>
  <Paragraphs>55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Cambria Math</vt:lpstr>
      <vt:lpstr>Wingdings</vt:lpstr>
      <vt:lpstr>Office Theme</vt:lpstr>
      <vt:lpstr>Performance Profile  Scouting Decision</vt:lpstr>
      <vt:lpstr>PowerPoint Presentation</vt:lpstr>
      <vt:lpstr>Plan</vt:lpstr>
      <vt:lpstr>What are we recruiting this athlete to do?</vt:lpstr>
      <vt:lpstr>weighted score</vt:lpstr>
      <vt:lpstr>Choosing the weights</vt:lpstr>
      <vt:lpstr>Revisiting activity</vt:lpstr>
      <vt:lpstr>Minimum standard?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Onishi, Saryu</dc:creator>
  <cp:lastModifiedBy>Author</cp:lastModifiedBy>
  <cp:revision>71</cp:revision>
  <dcterms:created xsi:type="dcterms:W3CDTF">2026-08-17T13:48:23Z</dcterms:created>
  <dcterms:modified xsi:type="dcterms:W3CDTF">2026-10-22T19:35:08Z</dcterms:modified>
</cp:coreProperties>
</file>