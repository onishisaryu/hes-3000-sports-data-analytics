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309" r:id="rId3"/>
    <p:sldId id="310" r:id="rId4"/>
    <p:sldId id="308" r:id="rId5"/>
    <p:sldId id="30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78492" autoAdjust="0"/>
  </p:normalViewPr>
  <p:slideViewPr>
    <p:cSldViewPr snapToGrid="0">
      <p:cViewPr varScale="1">
        <p:scale>
          <a:sx n="92" d="100"/>
          <a:sy n="92" d="100"/>
        </p:scale>
        <p:origin x="11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Characteristics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35797-23DF-9D42-7847-7CC25685B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8D407-4275-C9BA-8824-F28338D99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656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1359-825E-906C-0E77-45A70F16D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8F48-ACD5-B492-ADC4-B196EBA30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8F21C-F0CE-8E6D-7D53-6D815822B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accent3"/>
                </a:solidFill>
              </a:rPr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06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/>
              <a:t>Understand the dataset before calculating anything. </a:t>
            </a:r>
          </a:p>
          <a:p>
            <a:pPr lvl="0"/>
            <a:r>
              <a:rPr lang="en-US" dirty="0"/>
              <a:t>Structure determines what questions the data can answer. </a:t>
            </a:r>
          </a:p>
          <a:p>
            <a:pPr lvl="0"/>
            <a:r>
              <a:rPr lang="en-US" dirty="0"/>
              <a:t>Values require definitions, units, and context. </a:t>
            </a:r>
          </a:p>
          <a:p>
            <a:pPr lvl="0"/>
            <a:r>
              <a:rPr lang="en-US" dirty="0"/>
              <a:t>Missing values can represent different situations. </a:t>
            </a:r>
          </a:p>
          <a:p>
            <a:pPr lvl="0"/>
            <a:r>
              <a:rPr lang="en-US" dirty="0"/>
              <a:t>Data inspection should occur before analysis.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Next: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149</Words>
  <Application>Microsoft Office PowerPoint</Application>
  <PresentationFormat>Widescreen</PresentationFormat>
  <Paragraphs>25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Wingdings</vt:lpstr>
      <vt:lpstr>Office Theme</vt:lpstr>
      <vt:lpstr>Data Characteristics</vt:lpstr>
      <vt:lpstr>Quiz 4</vt:lpstr>
      <vt:lpstr>Quiz 4</vt:lpstr>
      <vt:lpstr>Understanding the Dataset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20</cp:revision>
  <dcterms:created xsi:type="dcterms:W3CDTF">2026-08-17T13:48:23Z</dcterms:created>
  <dcterms:modified xsi:type="dcterms:W3CDTF">2026-09-21T13:45:18Z</dcterms:modified>
</cp:coreProperties>
</file>