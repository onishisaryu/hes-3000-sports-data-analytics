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372" r:id="rId3"/>
    <p:sldId id="308" r:id="rId4"/>
    <p:sldId id="33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22038"/>
    <p:restoredTop sz="78492" autoAdjust="0"/>
  </p:normalViewPr>
  <p:slideViewPr>
    <p:cSldViewPr snapToGrid="0">
      <p:cViewPr varScale="1">
        <p:scale>
          <a:sx n="97" d="100"/>
          <a:sy n="97" d="100"/>
        </p:scale>
        <p:origin x="7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559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Did it help you understand something? or because it simply looked interesting?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9701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Sports data visualization is described as an increasingly important research direction </a:t>
            </a:r>
          </a:p>
          <a:p>
            <a:pPr defTabSz="933237">
              <a:defRPr/>
            </a:pPr>
            <a:r>
              <a:rPr lang="en-US" dirty="0"/>
              <a:t>Visual processing happens faster than numerical processing—critical for time-sensitive sports decisions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0721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4800" dirty="0" err="1"/>
              <a:t>Center</a:t>
            </a:r>
            <a:r>
              <a:rPr lang="en-GB" sz="4800" dirty="0"/>
              <a:t>, spread, and distributions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2D8DF-C9D9-4E7D-F5B2-899CEAB51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Sports data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E327D-7612-5D0B-B249-D6E47DC42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Think of a sports visualization you remember seeing. </a:t>
            </a:r>
          </a:p>
          <a:p>
            <a:pPr lvl="1"/>
            <a:r>
              <a:rPr lang="en-GB" dirty="0"/>
              <a:t>A graphic during a broadcast </a:t>
            </a:r>
          </a:p>
          <a:p>
            <a:pPr lvl="1"/>
            <a:r>
              <a:rPr lang="en-GB" dirty="0"/>
              <a:t>A chart on social media </a:t>
            </a:r>
          </a:p>
          <a:p>
            <a:pPr lvl="1"/>
            <a:r>
              <a:rPr lang="en-GB" dirty="0"/>
              <a:t>A wearable or fitness-app visualization </a:t>
            </a:r>
          </a:p>
          <a:p>
            <a:endParaRPr lang="en-GB" dirty="0"/>
          </a:p>
          <a:p>
            <a:r>
              <a:rPr lang="en-GB" dirty="0"/>
              <a:t>In groups, discuss:</a:t>
            </a:r>
          </a:p>
          <a:p>
            <a:pPr lvl="1"/>
            <a:r>
              <a:rPr lang="en-GB" dirty="0"/>
              <a:t>Where did you see it? </a:t>
            </a:r>
          </a:p>
          <a:p>
            <a:pPr lvl="1"/>
            <a:r>
              <a:rPr lang="en-GB" dirty="0"/>
              <a:t>What information did it communicate? </a:t>
            </a:r>
          </a:p>
          <a:p>
            <a:pPr lvl="1"/>
            <a:r>
              <a:rPr lang="en-GB" dirty="0"/>
              <a:t>What specifically caught your attention?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6385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23A51-81C3-C6F5-2019-D433E0EFB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 in sports analytics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FEBF-A76B-F940-05F8-F0375E2E0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959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E581F-2B79-B64E-F3C2-FC3641071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1F6DA-A3F7-E074-38BD-37F0E5EE8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 in sports analytics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14B98-45F8-BDA0-4D10-50E1948B61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Pattern recognition and speed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Communication and decision support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4C525-0AB2-8346-5C03-2711DBCBC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7587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719</TotalTime>
  <Words>126</Words>
  <Application>Microsoft Macintosh PowerPoint</Application>
  <PresentationFormat>Widescreen</PresentationFormat>
  <Paragraphs>24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Center, spread, and distributions</vt:lpstr>
      <vt:lpstr>Sports data visualization</vt:lpstr>
      <vt:lpstr>Why visualization matters in sports analytics </vt:lpstr>
      <vt:lpstr>Why visualization matters in sports analytics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Onishi, Saryu</cp:lastModifiedBy>
  <cp:revision>32</cp:revision>
  <dcterms:created xsi:type="dcterms:W3CDTF">2026-08-17T13:48:23Z</dcterms:created>
  <dcterms:modified xsi:type="dcterms:W3CDTF">2026-09-22T19:35:16Z</dcterms:modified>
</cp:coreProperties>
</file>