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70" r:id="rId3"/>
    <p:sldId id="269" r:id="rId4"/>
    <p:sldId id="271" r:id="rId5"/>
    <p:sldId id="275" r:id="rId6"/>
    <p:sldId id="272" r:id="rId7"/>
    <p:sldId id="276" r:id="rId8"/>
    <p:sldId id="277" r:id="rId9"/>
    <p:sldId id="273" r:id="rId10"/>
    <p:sldId id="290" r:id="rId11"/>
    <p:sldId id="279" r:id="rId12"/>
    <p:sldId id="291" r:id="rId13"/>
    <p:sldId id="292" r:id="rId14"/>
    <p:sldId id="274" r:id="rId15"/>
    <p:sldId id="286" r:id="rId16"/>
    <p:sldId id="287" r:id="rId17"/>
    <p:sldId id="288" r:id="rId18"/>
    <p:sldId id="289" r:id="rId19"/>
    <p:sldId id="278" r:id="rId20"/>
    <p:sldId id="280" r:id="rId21"/>
    <p:sldId id="281" r:id="rId22"/>
    <p:sldId id="285" r:id="rId23"/>
    <p:sldId id="293" r:id="rId24"/>
    <p:sldId id="282" r:id="rId25"/>
    <p:sldId id="283" r:id="rId26"/>
    <p:sldId id="284"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CD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635"/>
    <p:restoredTop sz="74247"/>
  </p:normalViewPr>
  <p:slideViewPr>
    <p:cSldViewPr snapToGrid="0">
      <p:cViewPr varScale="1">
        <p:scale>
          <a:sx n="92" d="100"/>
          <a:sy n="92" d="100"/>
        </p:scale>
        <p:origin x="656" y="192"/>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ata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image" Target="../media/image1.svg"/></Relationships>
</file>

<file path=ppt/diagrams/_rels/drawing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83CEDE-E647-47CA-A667-559E9030B27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7557560-20D7-45F3-93CA-59CA59F1FAFA}">
      <dgm:prSet custT="1"/>
      <dgm:spPr/>
      <dgm:t>
        <a:bodyPr/>
        <a:lstStyle/>
        <a:p>
          <a:pPr>
            <a:lnSpc>
              <a:spcPct val="100000"/>
            </a:lnSpc>
            <a:defRPr b="1"/>
          </a:pPr>
          <a:r>
            <a:rPr lang="en-GB" sz="2000" dirty="0"/>
            <a:t>Scouting &amp; Talent Evaluation</a:t>
          </a:r>
          <a:endParaRPr lang="en-US" sz="2000" dirty="0"/>
        </a:p>
      </dgm:t>
    </dgm:pt>
    <dgm:pt modelId="{E4CAD1B0-2735-4664-B73D-F7A5D7A98788}" type="parTrans" cxnId="{101328D3-F892-4573-9C2B-24C8E576A0FB}">
      <dgm:prSet/>
      <dgm:spPr/>
      <dgm:t>
        <a:bodyPr/>
        <a:lstStyle/>
        <a:p>
          <a:endParaRPr lang="en-US"/>
        </a:p>
      </dgm:t>
    </dgm:pt>
    <dgm:pt modelId="{6B5FF232-FFD8-464C-A2BF-F6879257252B}" type="sibTrans" cxnId="{101328D3-F892-4573-9C2B-24C8E576A0FB}">
      <dgm:prSet/>
      <dgm:spPr/>
      <dgm:t>
        <a:bodyPr/>
        <a:lstStyle/>
        <a:p>
          <a:endParaRPr lang="en-US"/>
        </a:p>
      </dgm:t>
    </dgm:pt>
    <dgm:pt modelId="{55068EE7-2CDE-410B-8408-2991BA615557}">
      <dgm:prSet custT="1"/>
      <dgm:spPr/>
      <dgm:t>
        <a:bodyPr/>
        <a:lstStyle/>
        <a:p>
          <a:pPr>
            <a:lnSpc>
              <a:spcPct val="100000"/>
            </a:lnSpc>
            <a:defRPr b="1"/>
          </a:pPr>
          <a:r>
            <a:rPr lang="en-GB" sz="2000" dirty="0"/>
            <a:t>Athlete Tracking (Physical &amp; Spatial)</a:t>
          </a:r>
          <a:endParaRPr lang="en-US" sz="2000" dirty="0"/>
        </a:p>
      </dgm:t>
    </dgm:pt>
    <dgm:pt modelId="{EE46C4A3-0788-43EB-A140-AE6135C8C210}" type="parTrans" cxnId="{C90831B4-0F89-4842-AD65-49024538AF10}">
      <dgm:prSet/>
      <dgm:spPr/>
      <dgm:t>
        <a:bodyPr/>
        <a:lstStyle/>
        <a:p>
          <a:endParaRPr lang="en-US"/>
        </a:p>
      </dgm:t>
    </dgm:pt>
    <dgm:pt modelId="{E7B2F60A-DD8A-48A2-9F2F-E7CD45848433}" type="sibTrans" cxnId="{C90831B4-0F89-4842-AD65-49024538AF10}">
      <dgm:prSet/>
      <dgm:spPr/>
      <dgm:t>
        <a:bodyPr/>
        <a:lstStyle/>
        <a:p>
          <a:endParaRPr lang="en-US"/>
        </a:p>
      </dgm:t>
    </dgm:pt>
    <dgm:pt modelId="{08ACE292-7BB7-4DF5-A9BD-1B7A8660DA89}">
      <dgm:prSet/>
      <dgm:spPr/>
      <dgm:t>
        <a:bodyPr/>
        <a:lstStyle/>
        <a:p>
          <a:pPr>
            <a:lnSpc>
              <a:spcPct val="100000"/>
            </a:lnSpc>
            <a:defRPr b="1"/>
          </a:pPr>
          <a:r>
            <a:rPr lang="en-GB" dirty="0"/>
            <a:t>Strategy &amp; Tactical Optimization</a:t>
          </a:r>
          <a:endParaRPr lang="en-US" dirty="0"/>
        </a:p>
      </dgm:t>
    </dgm:pt>
    <dgm:pt modelId="{DC370E83-4313-4300-A10B-DBC8240DE5AA}" type="parTrans" cxnId="{0C22E3B0-2E25-4CB1-B905-D786EE9F523E}">
      <dgm:prSet/>
      <dgm:spPr/>
      <dgm:t>
        <a:bodyPr/>
        <a:lstStyle/>
        <a:p>
          <a:endParaRPr lang="en-US"/>
        </a:p>
      </dgm:t>
    </dgm:pt>
    <dgm:pt modelId="{AF45A36A-B36E-483A-9AAB-A482BE9224E7}" type="sibTrans" cxnId="{0C22E3B0-2E25-4CB1-B905-D786EE9F523E}">
      <dgm:prSet/>
      <dgm:spPr/>
      <dgm:t>
        <a:bodyPr/>
        <a:lstStyle/>
        <a:p>
          <a:endParaRPr lang="en-US"/>
        </a:p>
      </dgm:t>
    </dgm:pt>
    <dgm:pt modelId="{3213E622-B109-42DA-801F-B0F2BD5F8295}" type="pres">
      <dgm:prSet presAssocID="{A583CEDE-E647-47CA-A667-559E9030B27A}" presName="root" presStyleCnt="0">
        <dgm:presLayoutVars>
          <dgm:dir/>
          <dgm:resizeHandles val="exact"/>
        </dgm:presLayoutVars>
      </dgm:prSet>
      <dgm:spPr/>
    </dgm:pt>
    <dgm:pt modelId="{E56AC07C-FB60-4CF0-8860-E2D998A12AC2}" type="pres">
      <dgm:prSet presAssocID="{E7557560-20D7-45F3-93CA-59CA59F1FAFA}" presName="compNode" presStyleCnt="0"/>
      <dgm:spPr/>
    </dgm:pt>
    <dgm:pt modelId="{D7DEB794-E1E8-45CB-B56A-E1BEF5BF397D}" type="pres">
      <dgm:prSet presAssocID="{E7557560-20D7-45F3-93CA-59CA59F1FAFA}"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77CA0889-87A2-4A01-A15E-D71A85BDF4AA}" type="pres">
      <dgm:prSet presAssocID="{E7557560-20D7-45F3-93CA-59CA59F1FAFA}" presName="iconSpace" presStyleCnt="0"/>
      <dgm:spPr/>
    </dgm:pt>
    <dgm:pt modelId="{A23C1CDD-357C-458D-8788-A42EEB8EFB3D}" type="pres">
      <dgm:prSet presAssocID="{E7557560-20D7-45F3-93CA-59CA59F1FAFA}" presName="parTx" presStyleLbl="revTx" presStyleIdx="0" presStyleCnt="6">
        <dgm:presLayoutVars>
          <dgm:chMax val="0"/>
          <dgm:chPref val="0"/>
        </dgm:presLayoutVars>
      </dgm:prSet>
      <dgm:spPr/>
    </dgm:pt>
    <dgm:pt modelId="{3F22567E-3953-4C71-8C53-DB2D58B1DC7E}" type="pres">
      <dgm:prSet presAssocID="{E7557560-20D7-45F3-93CA-59CA59F1FAFA}" presName="txSpace" presStyleCnt="0"/>
      <dgm:spPr/>
    </dgm:pt>
    <dgm:pt modelId="{B0C7D408-00F6-410C-8935-8E4506F76249}" type="pres">
      <dgm:prSet presAssocID="{E7557560-20D7-45F3-93CA-59CA59F1FAFA}" presName="desTx" presStyleLbl="revTx" presStyleIdx="1" presStyleCnt="6">
        <dgm:presLayoutVars/>
      </dgm:prSet>
      <dgm:spPr/>
    </dgm:pt>
    <dgm:pt modelId="{CB7F799C-3676-42EE-B818-1623F7C468CE}" type="pres">
      <dgm:prSet presAssocID="{6B5FF232-FFD8-464C-A2BF-F6879257252B}" presName="sibTrans" presStyleCnt="0"/>
      <dgm:spPr/>
    </dgm:pt>
    <dgm:pt modelId="{1C1F7804-62E5-4649-A4B1-B80505A7584E}" type="pres">
      <dgm:prSet presAssocID="{55068EE7-2CDE-410B-8408-2991BA615557}" presName="compNode" presStyleCnt="0"/>
      <dgm:spPr/>
    </dgm:pt>
    <dgm:pt modelId="{A431BDFC-AEE0-4655-9C58-0D3278EDB5F8}" type="pres">
      <dgm:prSet presAssocID="{55068EE7-2CDE-410B-8408-2991BA6155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cle Arm"/>
        </a:ext>
      </dgm:extLst>
    </dgm:pt>
    <dgm:pt modelId="{8E6FABD8-2220-464A-8FBC-D656631DC7F5}" type="pres">
      <dgm:prSet presAssocID="{55068EE7-2CDE-410B-8408-2991BA615557}" presName="iconSpace" presStyleCnt="0"/>
      <dgm:spPr/>
    </dgm:pt>
    <dgm:pt modelId="{832D6505-5A04-4327-86E1-02382CB34F7E}" type="pres">
      <dgm:prSet presAssocID="{55068EE7-2CDE-410B-8408-2991BA615557}" presName="parTx" presStyleLbl="revTx" presStyleIdx="2" presStyleCnt="6">
        <dgm:presLayoutVars>
          <dgm:chMax val="0"/>
          <dgm:chPref val="0"/>
        </dgm:presLayoutVars>
      </dgm:prSet>
      <dgm:spPr/>
    </dgm:pt>
    <dgm:pt modelId="{890A0B6E-9017-4AFE-A256-43A92A27A196}" type="pres">
      <dgm:prSet presAssocID="{55068EE7-2CDE-410B-8408-2991BA615557}" presName="txSpace" presStyleCnt="0"/>
      <dgm:spPr/>
    </dgm:pt>
    <dgm:pt modelId="{66D4A7D1-E564-4186-ADB0-C697680BC561}" type="pres">
      <dgm:prSet presAssocID="{55068EE7-2CDE-410B-8408-2991BA615557}" presName="desTx" presStyleLbl="revTx" presStyleIdx="3" presStyleCnt="6">
        <dgm:presLayoutVars/>
      </dgm:prSet>
      <dgm:spPr/>
    </dgm:pt>
    <dgm:pt modelId="{BDE5E34A-757E-42F6-A4B9-AFF77E915901}" type="pres">
      <dgm:prSet presAssocID="{E7B2F60A-DD8A-48A2-9F2F-E7CD45848433}" presName="sibTrans" presStyleCnt="0"/>
      <dgm:spPr/>
    </dgm:pt>
    <dgm:pt modelId="{44C1EF23-21E5-4B12-9A05-B8C38105D3D2}" type="pres">
      <dgm:prSet presAssocID="{08ACE292-7BB7-4DF5-A9BD-1B7A8660DA89}" presName="compNode" presStyleCnt="0"/>
      <dgm:spPr/>
    </dgm:pt>
    <dgm:pt modelId="{807C542B-62FB-4F2C-B6F2-73FA2E2B251A}" type="pres">
      <dgm:prSet presAssocID="{08ACE292-7BB7-4DF5-A9BD-1B7A8660DA89}"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Playbook with solid fill"/>
        </a:ext>
      </dgm:extLst>
    </dgm:pt>
    <dgm:pt modelId="{AB9D50C6-8063-450E-AFD9-F1CFDA68163A}" type="pres">
      <dgm:prSet presAssocID="{08ACE292-7BB7-4DF5-A9BD-1B7A8660DA89}" presName="iconSpace" presStyleCnt="0"/>
      <dgm:spPr/>
    </dgm:pt>
    <dgm:pt modelId="{780F3C3D-DDE2-4474-ADB3-A2AA4A868D0E}" type="pres">
      <dgm:prSet presAssocID="{08ACE292-7BB7-4DF5-A9BD-1B7A8660DA89}" presName="parTx" presStyleLbl="revTx" presStyleIdx="4" presStyleCnt="6">
        <dgm:presLayoutVars>
          <dgm:chMax val="0"/>
          <dgm:chPref val="0"/>
        </dgm:presLayoutVars>
      </dgm:prSet>
      <dgm:spPr/>
    </dgm:pt>
    <dgm:pt modelId="{04E9643E-1ECE-4DC2-8433-53432518B951}" type="pres">
      <dgm:prSet presAssocID="{08ACE292-7BB7-4DF5-A9BD-1B7A8660DA89}" presName="txSpace" presStyleCnt="0"/>
      <dgm:spPr/>
    </dgm:pt>
    <dgm:pt modelId="{EBBC1388-3B93-4130-A7B1-76FFBB48699A}" type="pres">
      <dgm:prSet presAssocID="{08ACE292-7BB7-4DF5-A9BD-1B7A8660DA89}" presName="desTx" presStyleLbl="revTx" presStyleIdx="5" presStyleCnt="6">
        <dgm:presLayoutVars/>
      </dgm:prSet>
      <dgm:spPr/>
    </dgm:pt>
  </dgm:ptLst>
  <dgm:cxnLst>
    <dgm:cxn modelId="{2A592928-8130-4D3F-B733-D66AC2B831E6}" type="presOf" srcId="{55068EE7-2CDE-410B-8408-2991BA615557}" destId="{832D6505-5A04-4327-86E1-02382CB34F7E}" srcOrd="0" destOrd="0" presId="urn:microsoft.com/office/officeart/2018/5/layout/CenteredIconLabelDescriptionList"/>
    <dgm:cxn modelId="{DF47FA2E-5A25-41C2-BC5B-3BB074AAD85B}" type="presOf" srcId="{08ACE292-7BB7-4DF5-A9BD-1B7A8660DA89}" destId="{780F3C3D-DDE2-4474-ADB3-A2AA4A868D0E}" srcOrd="0" destOrd="0" presId="urn:microsoft.com/office/officeart/2018/5/layout/CenteredIconLabelDescriptionList"/>
    <dgm:cxn modelId="{D0A69632-A509-4AC9-88C5-1C58E2E6D928}" type="presOf" srcId="{A583CEDE-E647-47CA-A667-559E9030B27A}" destId="{3213E622-B109-42DA-801F-B0F2BD5F8295}" srcOrd="0" destOrd="0" presId="urn:microsoft.com/office/officeart/2018/5/layout/CenteredIconLabelDescriptionList"/>
    <dgm:cxn modelId="{0C22E3B0-2E25-4CB1-B905-D786EE9F523E}" srcId="{A583CEDE-E647-47CA-A667-559E9030B27A}" destId="{08ACE292-7BB7-4DF5-A9BD-1B7A8660DA89}" srcOrd="2" destOrd="0" parTransId="{DC370E83-4313-4300-A10B-DBC8240DE5AA}" sibTransId="{AF45A36A-B36E-483A-9AAB-A482BE9224E7}"/>
    <dgm:cxn modelId="{C90831B4-0F89-4842-AD65-49024538AF10}" srcId="{A583CEDE-E647-47CA-A667-559E9030B27A}" destId="{55068EE7-2CDE-410B-8408-2991BA615557}" srcOrd="1" destOrd="0" parTransId="{EE46C4A3-0788-43EB-A140-AE6135C8C210}" sibTransId="{E7B2F60A-DD8A-48A2-9F2F-E7CD45848433}"/>
    <dgm:cxn modelId="{101328D3-F892-4573-9C2B-24C8E576A0FB}" srcId="{A583CEDE-E647-47CA-A667-559E9030B27A}" destId="{E7557560-20D7-45F3-93CA-59CA59F1FAFA}" srcOrd="0" destOrd="0" parTransId="{E4CAD1B0-2735-4664-B73D-F7A5D7A98788}" sibTransId="{6B5FF232-FFD8-464C-A2BF-F6879257252B}"/>
    <dgm:cxn modelId="{67985ED8-9027-4E07-B24D-E6D60FACAE96}" type="presOf" srcId="{E7557560-20D7-45F3-93CA-59CA59F1FAFA}" destId="{A23C1CDD-357C-458D-8788-A42EEB8EFB3D}" srcOrd="0" destOrd="0" presId="urn:microsoft.com/office/officeart/2018/5/layout/CenteredIconLabelDescriptionList"/>
    <dgm:cxn modelId="{A22EC50F-A737-431A-97B9-362C746C21FB}" type="presParOf" srcId="{3213E622-B109-42DA-801F-B0F2BD5F8295}" destId="{E56AC07C-FB60-4CF0-8860-E2D998A12AC2}" srcOrd="0" destOrd="0" presId="urn:microsoft.com/office/officeart/2018/5/layout/CenteredIconLabelDescriptionList"/>
    <dgm:cxn modelId="{0CF9B889-83E8-4F18-AC5E-3E1DDE4B8DC6}" type="presParOf" srcId="{E56AC07C-FB60-4CF0-8860-E2D998A12AC2}" destId="{D7DEB794-E1E8-45CB-B56A-E1BEF5BF397D}" srcOrd="0" destOrd="0" presId="urn:microsoft.com/office/officeart/2018/5/layout/CenteredIconLabelDescriptionList"/>
    <dgm:cxn modelId="{6E756A4F-E8A0-4725-812C-DABB41FB0587}" type="presParOf" srcId="{E56AC07C-FB60-4CF0-8860-E2D998A12AC2}" destId="{77CA0889-87A2-4A01-A15E-D71A85BDF4AA}" srcOrd="1" destOrd="0" presId="urn:microsoft.com/office/officeart/2018/5/layout/CenteredIconLabelDescriptionList"/>
    <dgm:cxn modelId="{D393ECF4-3E95-4AC4-A241-C1EB5D0E0625}" type="presParOf" srcId="{E56AC07C-FB60-4CF0-8860-E2D998A12AC2}" destId="{A23C1CDD-357C-458D-8788-A42EEB8EFB3D}" srcOrd="2" destOrd="0" presId="urn:microsoft.com/office/officeart/2018/5/layout/CenteredIconLabelDescriptionList"/>
    <dgm:cxn modelId="{708932CB-CEA3-4A18-83CE-583716BA6A52}" type="presParOf" srcId="{E56AC07C-FB60-4CF0-8860-E2D998A12AC2}" destId="{3F22567E-3953-4C71-8C53-DB2D58B1DC7E}" srcOrd="3" destOrd="0" presId="urn:microsoft.com/office/officeart/2018/5/layout/CenteredIconLabelDescriptionList"/>
    <dgm:cxn modelId="{C51E8F33-4641-47B8-A482-493071D71040}" type="presParOf" srcId="{E56AC07C-FB60-4CF0-8860-E2D998A12AC2}" destId="{B0C7D408-00F6-410C-8935-8E4506F76249}" srcOrd="4" destOrd="0" presId="urn:microsoft.com/office/officeart/2018/5/layout/CenteredIconLabelDescriptionList"/>
    <dgm:cxn modelId="{4A7E5707-CED8-4429-A710-85CE992F52C0}" type="presParOf" srcId="{3213E622-B109-42DA-801F-B0F2BD5F8295}" destId="{CB7F799C-3676-42EE-B818-1623F7C468CE}" srcOrd="1" destOrd="0" presId="urn:microsoft.com/office/officeart/2018/5/layout/CenteredIconLabelDescriptionList"/>
    <dgm:cxn modelId="{6ABDD80C-B84E-49D2-9DA1-5D151CBDFCD3}" type="presParOf" srcId="{3213E622-B109-42DA-801F-B0F2BD5F8295}" destId="{1C1F7804-62E5-4649-A4B1-B80505A7584E}" srcOrd="2" destOrd="0" presId="urn:microsoft.com/office/officeart/2018/5/layout/CenteredIconLabelDescriptionList"/>
    <dgm:cxn modelId="{3E816AD2-C949-47B5-B5D7-25B3B888DDBD}" type="presParOf" srcId="{1C1F7804-62E5-4649-A4B1-B80505A7584E}" destId="{A431BDFC-AEE0-4655-9C58-0D3278EDB5F8}" srcOrd="0" destOrd="0" presId="urn:microsoft.com/office/officeart/2018/5/layout/CenteredIconLabelDescriptionList"/>
    <dgm:cxn modelId="{8A5C84A1-3AF0-4761-8D99-8F6395FD73E1}" type="presParOf" srcId="{1C1F7804-62E5-4649-A4B1-B80505A7584E}" destId="{8E6FABD8-2220-464A-8FBC-D656631DC7F5}" srcOrd="1" destOrd="0" presId="urn:microsoft.com/office/officeart/2018/5/layout/CenteredIconLabelDescriptionList"/>
    <dgm:cxn modelId="{01AE3FC9-CD10-4ED5-8F2C-5246DD13D88B}" type="presParOf" srcId="{1C1F7804-62E5-4649-A4B1-B80505A7584E}" destId="{832D6505-5A04-4327-86E1-02382CB34F7E}" srcOrd="2" destOrd="0" presId="urn:microsoft.com/office/officeart/2018/5/layout/CenteredIconLabelDescriptionList"/>
    <dgm:cxn modelId="{846BD028-8250-434E-9DF7-8A6A8E57800F}" type="presParOf" srcId="{1C1F7804-62E5-4649-A4B1-B80505A7584E}" destId="{890A0B6E-9017-4AFE-A256-43A92A27A196}" srcOrd="3" destOrd="0" presId="urn:microsoft.com/office/officeart/2018/5/layout/CenteredIconLabelDescriptionList"/>
    <dgm:cxn modelId="{0DDE3176-5104-4C90-BCD6-999363D3B3A7}" type="presParOf" srcId="{1C1F7804-62E5-4649-A4B1-B80505A7584E}" destId="{66D4A7D1-E564-4186-ADB0-C697680BC561}" srcOrd="4" destOrd="0" presId="urn:microsoft.com/office/officeart/2018/5/layout/CenteredIconLabelDescriptionList"/>
    <dgm:cxn modelId="{2643A944-7271-448E-84E1-161C730A29F1}" type="presParOf" srcId="{3213E622-B109-42DA-801F-B0F2BD5F8295}" destId="{BDE5E34A-757E-42F6-A4B9-AFF77E915901}" srcOrd="3" destOrd="0" presId="urn:microsoft.com/office/officeart/2018/5/layout/CenteredIconLabelDescriptionList"/>
    <dgm:cxn modelId="{64DA158F-76C5-44D4-A138-80DB1FEBC6DB}" type="presParOf" srcId="{3213E622-B109-42DA-801F-B0F2BD5F8295}" destId="{44C1EF23-21E5-4B12-9A05-B8C38105D3D2}" srcOrd="4" destOrd="0" presId="urn:microsoft.com/office/officeart/2018/5/layout/CenteredIconLabelDescriptionList"/>
    <dgm:cxn modelId="{EC2323E2-E5CE-4D60-B1FD-A429572152D9}" type="presParOf" srcId="{44C1EF23-21E5-4B12-9A05-B8C38105D3D2}" destId="{807C542B-62FB-4F2C-B6F2-73FA2E2B251A}" srcOrd="0" destOrd="0" presId="urn:microsoft.com/office/officeart/2018/5/layout/CenteredIconLabelDescriptionList"/>
    <dgm:cxn modelId="{02B0A021-A457-4C97-A025-714F7D332301}" type="presParOf" srcId="{44C1EF23-21E5-4B12-9A05-B8C38105D3D2}" destId="{AB9D50C6-8063-450E-AFD9-F1CFDA68163A}" srcOrd="1" destOrd="0" presId="urn:microsoft.com/office/officeart/2018/5/layout/CenteredIconLabelDescriptionList"/>
    <dgm:cxn modelId="{56A0F445-0B1A-4AA4-94EA-28708E1F5F4A}" type="presParOf" srcId="{44C1EF23-21E5-4B12-9A05-B8C38105D3D2}" destId="{780F3C3D-DDE2-4474-ADB3-A2AA4A868D0E}" srcOrd="2" destOrd="0" presId="urn:microsoft.com/office/officeart/2018/5/layout/CenteredIconLabelDescriptionList"/>
    <dgm:cxn modelId="{8D244324-EB91-4BBC-AC45-4C26D8951B2D}" type="presParOf" srcId="{44C1EF23-21E5-4B12-9A05-B8C38105D3D2}" destId="{04E9643E-1ECE-4DC2-8433-53432518B951}" srcOrd="3" destOrd="0" presId="urn:microsoft.com/office/officeart/2018/5/layout/CenteredIconLabelDescriptionList"/>
    <dgm:cxn modelId="{BC393C2E-1E38-4B82-8C27-81138203C25C}" type="presParOf" srcId="{44C1EF23-21E5-4B12-9A05-B8C38105D3D2}" destId="{EBBC1388-3B93-4130-A7B1-76FFBB48699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83CEDE-E647-47CA-A667-559E9030B27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7557560-20D7-45F3-93CA-59CA59F1FAFA}">
      <dgm:prSet custT="1"/>
      <dgm:spPr/>
      <dgm:t>
        <a:bodyPr/>
        <a:lstStyle/>
        <a:p>
          <a:pPr>
            <a:defRPr b="1"/>
          </a:pPr>
          <a:r>
            <a:rPr lang="en-GB" sz="2000" dirty="0"/>
            <a:t>Scouting &amp; Talent Evaluation</a:t>
          </a:r>
          <a:endParaRPr lang="en-US" sz="2000" dirty="0"/>
        </a:p>
      </dgm:t>
    </dgm:pt>
    <dgm:pt modelId="{E4CAD1B0-2735-4664-B73D-F7A5D7A98788}" type="parTrans" cxnId="{101328D3-F892-4573-9C2B-24C8E576A0FB}">
      <dgm:prSet/>
      <dgm:spPr/>
      <dgm:t>
        <a:bodyPr/>
        <a:lstStyle/>
        <a:p>
          <a:endParaRPr lang="en-US"/>
        </a:p>
      </dgm:t>
    </dgm:pt>
    <dgm:pt modelId="{6B5FF232-FFD8-464C-A2BF-F6879257252B}" type="sibTrans" cxnId="{101328D3-F892-4573-9C2B-24C8E576A0FB}">
      <dgm:prSet/>
      <dgm:spPr/>
      <dgm:t>
        <a:bodyPr/>
        <a:lstStyle/>
        <a:p>
          <a:endParaRPr lang="en-US"/>
        </a:p>
      </dgm:t>
    </dgm:pt>
    <dgm:pt modelId="{E26EF5CA-62FE-4DD4-96E7-08AFE2B963D8}">
      <dgm:prSet custT="1"/>
      <dgm:spPr/>
      <dgm:t>
        <a:bodyPr/>
        <a:lstStyle/>
        <a:p>
          <a:r>
            <a:rPr lang="en-GB" sz="1800" dirty="0"/>
            <a:t>Objective profiling, tracking performance trajectories, and building predictive models for athlete recruitment.</a:t>
          </a:r>
          <a:endParaRPr lang="en-US" sz="1800" dirty="0"/>
        </a:p>
      </dgm:t>
    </dgm:pt>
    <dgm:pt modelId="{8A6D3FBB-37F4-491A-9C87-08368F4C5D44}" type="parTrans" cxnId="{8E6AD1D3-6469-4115-8F88-FFE9762D6E45}">
      <dgm:prSet/>
      <dgm:spPr/>
      <dgm:t>
        <a:bodyPr/>
        <a:lstStyle/>
        <a:p>
          <a:endParaRPr lang="en-US"/>
        </a:p>
      </dgm:t>
    </dgm:pt>
    <dgm:pt modelId="{1D42293B-A315-4968-BDBF-B353FD988191}" type="sibTrans" cxnId="{8E6AD1D3-6469-4115-8F88-FFE9762D6E45}">
      <dgm:prSet/>
      <dgm:spPr/>
      <dgm:t>
        <a:bodyPr/>
        <a:lstStyle/>
        <a:p>
          <a:endParaRPr lang="en-US"/>
        </a:p>
      </dgm:t>
    </dgm:pt>
    <dgm:pt modelId="{55068EE7-2CDE-410B-8408-2991BA615557}">
      <dgm:prSet custT="1"/>
      <dgm:spPr/>
      <dgm:t>
        <a:bodyPr/>
        <a:lstStyle/>
        <a:p>
          <a:pPr>
            <a:defRPr b="1"/>
          </a:pPr>
          <a:r>
            <a:rPr lang="en-GB" sz="2000" dirty="0"/>
            <a:t>Athlete Tracking (Physical &amp; Spatial)</a:t>
          </a:r>
          <a:endParaRPr lang="en-US" sz="2000" dirty="0"/>
        </a:p>
      </dgm:t>
    </dgm:pt>
    <dgm:pt modelId="{EE46C4A3-0788-43EB-A140-AE6135C8C210}" type="parTrans" cxnId="{C90831B4-0F89-4842-AD65-49024538AF10}">
      <dgm:prSet/>
      <dgm:spPr/>
      <dgm:t>
        <a:bodyPr/>
        <a:lstStyle/>
        <a:p>
          <a:endParaRPr lang="en-US"/>
        </a:p>
      </dgm:t>
    </dgm:pt>
    <dgm:pt modelId="{E7B2F60A-DD8A-48A2-9F2F-E7CD45848433}" type="sibTrans" cxnId="{C90831B4-0F89-4842-AD65-49024538AF10}">
      <dgm:prSet/>
      <dgm:spPr/>
      <dgm:t>
        <a:bodyPr/>
        <a:lstStyle/>
        <a:p>
          <a:endParaRPr lang="en-US"/>
        </a:p>
      </dgm:t>
    </dgm:pt>
    <dgm:pt modelId="{1F83FAAC-11D4-4BED-9ADC-EE26541C0EF2}">
      <dgm:prSet custT="1"/>
      <dgm:spPr/>
      <dgm:t>
        <a:bodyPr/>
        <a:lstStyle/>
        <a:p>
          <a:r>
            <a:rPr lang="en-GB" sz="1800" dirty="0"/>
            <a:t>Monitoring external load (distance, acceleration) and internal load (heart rate, RPE) to manage training stress and prevent injuries.</a:t>
          </a:r>
          <a:endParaRPr lang="en-US" sz="1800" dirty="0"/>
        </a:p>
      </dgm:t>
    </dgm:pt>
    <dgm:pt modelId="{37966EEB-2CCC-4A5A-8811-961B92CE2C39}" type="parTrans" cxnId="{B486D964-4DB8-4F31-A6D2-C05091F9E21B}">
      <dgm:prSet/>
      <dgm:spPr/>
      <dgm:t>
        <a:bodyPr/>
        <a:lstStyle/>
        <a:p>
          <a:endParaRPr lang="en-US"/>
        </a:p>
      </dgm:t>
    </dgm:pt>
    <dgm:pt modelId="{8376A138-AE68-4959-9235-38171E825229}" type="sibTrans" cxnId="{B486D964-4DB8-4F31-A6D2-C05091F9E21B}">
      <dgm:prSet/>
      <dgm:spPr/>
      <dgm:t>
        <a:bodyPr/>
        <a:lstStyle/>
        <a:p>
          <a:endParaRPr lang="en-US"/>
        </a:p>
      </dgm:t>
    </dgm:pt>
    <dgm:pt modelId="{08ACE292-7BB7-4DF5-A9BD-1B7A8660DA89}">
      <dgm:prSet/>
      <dgm:spPr/>
      <dgm:t>
        <a:bodyPr/>
        <a:lstStyle/>
        <a:p>
          <a:pPr>
            <a:defRPr b="1"/>
          </a:pPr>
          <a:r>
            <a:rPr lang="en-GB" dirty="0"/>
            <a:t>Strategy &amp; Tactical Optimization</a:t>
          </a:r>
          <a:endParaRPr lang="en-US" dirty="0"/>
        </a:p>
      </dgm:t>
    </dgm:pt>
    <dgm:pt modelId="{DC370E83-4313-4300-A10B-DBC8240DE5AA}" type="parTrans" cxnId="{0C22E3B0-2E25-4CB1-B905-D786EE9F523E}">
      <dgm:prSet/>
      <dgm:spPr/>
      <dgm:t>
        <a:bodyPr/>
        <a:lstStyle/>
        <a:p>
          <a:endParaRPr lang="en-US"/>
        </a:p>
      </dgm:t>
    </dgm:pt>
    <dgm:pt modelId="{AF45A36A-B36E-483A-9AAB-A482BE9224E7}" type="sibTrans" cxnId="{0C22E3B0-2E25-4CB1-B905-D786EE9F523E}">
      <dgm:prSet/>
      <dgm:spPr/>
      <dgm:t>
        <a:bodyPr/>
        <a:lstStyle/>
        <a:p>
          <a:endParaRPr lang="en-US"/>
        </a:p>
      </dgm:t>
    </dgm:pt>
    <dgm:pt modelId="{8C0021B7-3339-4CE6-96FC-1F9127064994}">
      <dgm:prSet custT="1"/>
      <dgm:spPr/>
      <dgm:t>
        <a:bodyPr/>
        <a:lstStyle/>
        <a:p>
          <a:r>
            <a:rPr lang="en-GB" sz="1800" dirty="0"/>
            <a:t>Leveraging situational probabilities and spatial efficiency to guide play-calling, defensive alignment, and game plans.</a:t>
          </a:r>
          <a:endParaRPr lang="en-US" sz="1800" dirty="0"/>
        </a:p>
      </dgm:t>
    </dgm:pt>
    <dgm:pt modelId="{82BFAA9F-E409-4A78-BB19-1C97CDBCCEDD}" type="parTrans" cxnId="{066E8376-6FA1-4CFE-A168-BCB0BC601FEE}">
      <dgm:prSet/>
      <dgm:spPr/>
      <dgm:t>
        <a:bodyPr/>
        <a:lstStyle/>
        <a:p>
          <a:endParaRPr lang="en-US"/>
        </a:p>
      </dgm:t>
    </dgm:pt>
    <dgm:pt modelId="{3C837A0C-DFFE-4B27-B043-551E32E291B8}" type="sibTrans" cxnId="{066E8376-6FA1-4CFE-A168-BCB0BC601FEE}">
      <dgm:prSet/>
      <dgm:spPr/>
      <dgm:t>
        <a:bodyPr/>
        <a:lstStyle/>
        <a:p>
          <a:endParaRPr lang="en-US"/>
        </a:p>
      </dgm:t>
    </dgm:pt>
    <dgm:pt modelId="{3213E622-B109-42DA-801F-B0F2BD5F8295}" type="pres">
      <dgm:prSet presAssocID="{A583CEDE-E647-47CA-A667-559E9030B27A}" presName="root" presStyleCnt="0">
        <dgm:presLayoutVars>
          <dgm:dir/>
          <dgm:resizeHandles val="exact"/>
        </dgm:presLayoutVars>
      </dgm:prSet>
      <dgm:spPr/>
    </dgm:pt>
    <dgm:pt modelId="{E56AC07C-FB60-4CF0-8860-E2D998A12AC2}" type="pres">
      <dgm:prSet presAssocID="{E7557560-20D7-45F3-93CA-59CA59F1FAFA}" presName="compNode" presStyleCnt="0"/>
      <dgm:spPr/>
    </dgm:pt>
    <dgm:pt modelId="{D7DEB794-E1E8-45CB-B56A-E1BEF5BF397D}" type="pres">
      <dgm:prSet presAssocID="{E7557560-20D7-45F3-93CA-59CA59F1FAFA}"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77CA0889-87A2-4A01-A15E-D71A85BDF4AA}" type="pres">
      <dgm:prSet presAssocID="{E7557560-20D7-45F3-93CA-59CA59F1FAFA}" presName="iconSpace" presStyleCnt="0"/>
      <dgm:spPr/>
    </dgm:pt>
    <dgm:pt modelId="{A23C1CDD-357C-458D-8788-A42EEB8EFB3D}" type="pres">
      <dgm:prSet presAssocID="{E7557560-20D7-45F3-93CA-59CA59F1FAFA}" presName="parTx" presStyleLbl="revTx" presStyleIdx="0" presStyleCnt="6">
        <dgm:presLayoutVars>
          <dgm:chMax val="0"/>
          <dgm:chPref val="0"/>
        </dgm:presLayoutVars>
      </dgm:prSet>
      <dgm:spPr/>
    </dgm:pt>
    <dgm:pt modelId="{3F22567E-3953-4C71-8C53-DB2D58B1DC7E}" type="pres">
      <dgm:prSet presAssocID="{E7557560-20D7-45F3-93CA-59CA59F1FAFA}" presName="txSpace" presStyleCnt="0"/>
      <dgm:spPr/>
    </dgm:pt>
    <dgm:pt modelId="{B0C7D408-00F6-410C-8935-8E4506F76249}" type="pres">
      <dgm:prSet presAssocID="{E7557560-20D7-45F3-93CA-59CA59F1FAFA}" presName="desTx" presStyleLbl="revTx" presStyleIdx="1" presStyleCnt="6">
        <dgm:presLayoutVars/>
      </dgm:prSet>
      <dgm:spPr/>
    </dgm:pt>
    <dgm:pt modelId="{CB7F799C-3676-42EE-B818-1623F7C468CE}" type="pres">
      <dgm:prSet presAssocID="{6B5FF232-FFD8-464C-A2BF-F6879257252B}" presName="sibTrans" presStyleCnt="0"/>
      <dgm:spPr/>
    </dgm:pt>
    <dgm:pt modelId="{1C1F7804-62E5-4649-A4B1-B80505A7584E}" type="pres">
      <dgm:prSet presAssocID="{55068EE7-2CDE-410B-8408-2991BA615557}" presName="compNode" presStyleCnt="0"/>
      <dgm:spPr/>
    </dgm:pt>
    <dgm:pt modelId="{A431BDFC-AEE0-4655-9C58-0D3278EDB5F8}" type="pres">
      <dgm:prSet presAssocID="{55068EE7-2CDE-410B-8408-2991BA6155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cle Arm"/>
        </a:ext>
      </dgm:extLst>
    </dgm:pt>
    <dgm:pt modelId="{8E6FABD8-2220-464A-8FBC-D656631DC7F5}" type="pres">
      <dgm:prSet presAssocID="{55068EE7-2CDE-410B-8408-2991BA615557}" presName="iconSpace" presStyleCnt="0"/>
      <dgm:spPr/>
    </dgm:pt>
    <dgm:pt modelId="{832D6505-5A04-4327-86E1-02382CB34F7E}" type="pres">
      <dgm:prSet presAssocID="{55068EE7-2CDE-410B-8408-2991BA615557}" presName="parTx" presStyleLbl="revTx" presStyleIdx="2" presStyleCnt="6">
        <dgm:presLayoutVars>
          <dgm:chMax val="0"/>
          <dgm:chPref val="0"/>
        </dgm:presLayoutVars>
      </dgm:prSet>
      <dgm:spPr/>
    </dgm:pt>
    <dgm:pt modelId="{890A0B6E-9017-4AFE-A256-43A92A27A196}" type="pres">
      <dgm:prSet presAssocID="{55068EE7-2CDE-410B-8408-2991BA615557}" presName="txSpace" presStyleCnt="0"/>
      <dgm:spPr/>
    </dgm:pt>
    <dgm:pt modelId="{66D4A7D1-E564-4186-ADB0-C697680BC561}" type="pres">
      <dgm:prSet presAssocID="{55068EE7-2CDE-410B-8408-2991BA615557}" presName="desTx" presStyleLbl="revTx" presStyleIdx="3" presStyleCnt="6">
        <dgm:presLayoutVars/>
      </dgm:prSet>
      <dgm:spPr/>
    </dgm:pt>
    <dgm:pt modelId="{BDE5E34A-757E-42F6-A4B9-AFF77E915901}" type="pres">
      <dgm:prSet presAssocID="{E7B2F60A-DD8A-48A2-9F2F-E7CD45848433}" presName="sibTrans" presStyleCnt="0"/>
      <dgm:spPr/>
    </dgm:pt>
    <dgm:pt modelId="{44C1EF23-21E5-4B12-9A05-B8C38105D3D2}" type="pres">
      <dgm:prSet presAssocID="{08ACE292-7BB7-4DF5-A9BD-1B7A8660DA89}" presName="compNode" presStyleCnt="0"/>
      <dgm:spPr/>
    </dgm:pt>
    <dgm:pt modelId="{807C542B-62FB-4F2C-B6F2-73FA2E2B251A}" type="pres">
      <dgm:prSet presAssocID="{08ACE292-7BB7-4DF5-A9BD-1B7A8660DA89}"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Playbook with solid fill"/>
        </a:ext>
      </dgm:extLst>
    </dgm:pt>
    <dgm:pt modelId="{AB9D50C6-8063-450E-AFD9-F1CFDA68163A}" type="pres">
      <dgm:prSet presAssocID="{08ACE292-7BB7-4DF5-A9BD-1B7A8660DA89}" presName="iconSpace" presStyleCnt="0"/>
      <dgm:spPr/>
    </dgm:pt>
    <dgm:pt modelId="{780F3C3D-DDE2-4474-ADB3-A2AA4A868D0E}" type="pres">
      <dgm:prSet presAssocID="{08ACE292-7BB7-4DF5-A9BD-1B7A8660DA89}" presName="parTx" presStyleLbl="revTx" presStyleIdx="4" presStyleCnt="6">
        <dgm:presLayoutVars>
          <dgm:chMax val="0"/>
          <dgm:chPref val="0"/>
        </dgm:presLayoutVars>
      </dgm:prSet>
      <dgm:spPr/>
    </dgm:pt>
    <dgm:pt modelId="{04E9643E-1ECE-4DC2-8433-53432518B951}" type="pres">
      <dgm:prSet presAssocID="{08ACE292-7BB7-4DF5-A9BD-1B7A8660DA89}" presName="txSpace" presStyleCnt="0"/>
      <dgm:spPr/>
    </dgm:pt>
    <dgm:pt modelId="{EBBC1388-3B93-4130-A7B1-76FFBB48699A}" type="pres">
      <dgm:prSet presAssocID="{08ACE292-7BB7-4DF5-A9BD-1B7A8660DA89}" presName="desTx" presStyleLbl="revTx" presStyleIdx="5" presStyleCnt="6">
        <dgm:presLayoutVars/>
      </dgm:prSet>
      <dgm:spPr/>
    </dgm:pt>
  </dgm:ptLst>
  <dgm:cxnLst>
    <dgm:cxn modelId="{2A592928-8130-4D3F-B733-D66AC2B831E6}" type="presOf" srcId="{55068EE7-2CDE-410B-8408-2991BA615557}" destId="{832D6505-5A04-4327-86E1-02382CB34F7E}" srcOrd="0" destOrd="0" presId="urn:microsoft.com/office/officeart/2018/5/layout/CenteredIconLabelDescriptionList"/>
    <dgm:cxn modelId="{DF47FA2E-5A25-41C2-BC5B-3BB074AAD85B}" type="presOf" srcId="{08ACE292-7BB7-4DF5-A9BD-1B7A8660DA89}" destId="{780F3C3D-DDE2-4474-ADB3-A2AA4A868D0E}" srcOrd="0" destOrd="0" presId="urn:microsoft.com/office/officeart/2018/5/layout/CenteredIconLabelDescriptionList"/>
    <dgm:cxn modelId="{D0A69632-A509-4AC9-88C5-1C58E2E6D928}" type="presOf" srcId="{A583CEDE-E647-47CA-A667-559E9030B27A}" destId="{3213E622-B109-42DA-801F-B0F2BD5F8295}" srcOrd="0" destOrd="0" presId="urn:microsoft.com/office/officeart/2018/5/layout/CenteredIconLabelDescriptionList"/>
    <dgm:cxn modelId="{ABD43635-E17C-4B3B-9A29-921BF84BF86E}" type="presOf" srcId="{8C0021B7-3339-4CE6-96FC-1F9127064994}" destId="{EBBC1388-3B93-4130-A7B1-76FFBB48699A}" srcOrd="0" destOrd="0" presId="urn:microsoft.com/office/officeart/2018/5/layout/CenteredIconLabelDescriptionList"/>
    <dgm:cxn modelId="{B486D964-4DB8-4F31-A6D2-C05091F9E21B}" srcId="{55068EE7-2CDE-410B-8408-2991BA615557}" destId="{1F83FAAC-11D4-4BED-9ADC-EE26541C0EF2}" srcOrd="0" destOrd="0" parTransId="{37966EEB-2CCC-4A5A-8811-961B92CE2C39}" sibTransId="{8376A138-AE68-4959-9235-38171E825229}"/>
    <dgm:cxn modelId="{066E8376-6FA1-4CFE-A168-BCB0BC601FEE}" srcId="{08ACE292-7BB7-4DF5-A9BD-1B7A8660DA89}" destId="{8C0021B7-3339-4CE6-96FC-1F9127064994}" srcOrd="0" destOrd="0" parTransId="{82BFAA9F-E409-4A78-BB19-1C97CDBCCEDD}" sibTransId="{3C837A0C-DFFE-4B27-B043-551E32E291B8}"/>
    <dgm:cxn modelId="{0C22E3B0-2E25-4CB1-B905-D786EE9F523E}" srcId="{A583CEDE-E647-47CA-A667-559E9030B27A}" destId="{08ACE292-7BB7-4DF5-A9BD-1B7A8660DA89}" srcOrd="2" destOrd="0" parTransId="{DC370E83-4313-4300-A10B-DBC8240DE5AA}" sibTransId="{AF45A36A-B36E-483A-9AAB-A482BE9224E7}"/>
    <dgm:cxn modelId="{10ABEAB2-FA43-4F15-90E1-750661DAF5D0}" type="presOf" srcId="{1F83FAAC-11D4-4BED-9ADC-EE26541C0EF2}" destId="{66D4A7D1-E564-4186-ADB0-C697680BC561}" srcOrd="0" destOrd="0" presId="urn:microsoft.com/office/officeart/2018/5/layout/CenteredIconLabelDescriptionList"/>
    <dgm:cxn modelId="{FFE01BB4-39AF-4C5F-8CB1-DF9CC529EE9D}" type="presOf" srcId="{E26EF5CA-62FE-4DD4-96E7-08AFE2B963D8}" destId="{B0C7D408-00F6-410C-8935-8E4506F76249}" srcOrd="0" destOrd="0" presId="urn:microsoft.com/office/officeart/2018/5/layout/CenteredIconLabelDescriptionList"/>
    <dgm:cxn modelId="{C90831B4-0F89-4842-AD65-49024538AF10}" srcId="{A583CEDE-E647-47CA-A667-559E9030B27A}" destId="{55068EE7-2CDE-410B-8408-2991BA615557}" srcOrd="1" destOrd="0" parTransId="{EE46C4A3-0788-43EB-A140-AE6135C8C210}" sibTransId="{E7B2F60A-DD8A-48A2-9F2F-E7CD45848433}"/>
    <dgm:cxn modelId="{101328D3-F892-4573-9C2B-24C8E576A0FB}" srcId="{A583CEDE-E647-47CA-A667-559E9030B27A}" destId="{E7557560-20D7-45F3-93CA-59CA59F1FAFA}" srcOrd="0" destOrd="0" parTransId="{E4CAD1B0-2735-4664-B73D-F7A5D7A98788}" sibTransId="{6B5FF232-FFD8-464C-A2BF-F6879257252B}"/>
    <dgm:cxn modelId="{8E6AD1D3-6469-4115-8F88-FFE9762D6E45}" srcId="{E7557560-20D7-45F3-93CA-59CA59F1FAFA}" destId="{E26EF5CA-62FE-4DD4-96E7-08AFE2B963D8}" srcOrd="0" destOrd="0" parTransId="{8A6D3FBB-37F4-491A-9C87-08368F4C5D44}" sibTransId="{1D42293B-A315-4968-BDBF-B353FD988191}"/>
    <dgm:cxn modelId="{67985ED8-9027-4E07-B24D-E6D60FACAE96}" type="presOf" srcId="{E7557560-20D7-45F3-93CA-59CA59F1FAFA}" destId="{A23C1CDD-357C-458D-8788-A42EEB8EFB3D}" srcOrd="0" destOrd="0" presId="urn:microsoft.com/office/officeart/2018/5/layout/CenteredIconLabelDescriptionList"/>
    <dgm:cxn modelId="{A22EC50F-A737-431A-97B9-362C746C21FB}" type="presParOf" srcId="{3213E622-B109-42DA-801F-B0F2BD5F8295}" destId="{E56AC07C-FB60-4CF0-8860-E2D998A12AC2}" srcOrd="0" destOrd="0" presId="urn:microsoft.com/office/officeart/2018/5/layout/CenteredIconLabelDescriptionList"/>
    <dgm:cxn modelId="{0CF9B889-83E8-4F18-AC5E-3E1DDE4B8DC6}" type="presParOf" srcId="{E56AC07C-FB60-4CF0-8860-E2D998A12AC2}" destId="{D7DEB794-E1E8-45CB-B56A-E1BEF5BF397D}" srcOrd="0" destOrd="0" presId="urn:microsoft.com/office/officeart/2018/5/layout/CenteredIconLabelDescriptionList"/>
    <dgm:cxn modelId="{6E756A4F-E8A0-4725-812C-DABB41FB0587}" type="presParOf" srcId="{E56AC07C-FB60-4CF0-8860-E2D998A12AC2}" destId="{77CA0889-87A2-4A01-A15E-D71A85BDF4AA}" srcOrd="1" destOrd="0" presId="urn:microsoft.com/office/officeart/2018/5/layout/CenteredIconLabelDescriptionList"/>
    <dgm:cxn modelId="{D393ECF4-3E95-4AC4-A241-C1EB5D0E0625}" type="presParOf" srcId="{E56AC07C-FB60-4CF0-8860-E2D998A12AC2}" destId="{A23C1CDD-357C-458D-8788-A42EEB8EFB3D}" srcOrd="2" destOrd="0" presId="urn:microsoft.com/office/officeart/2018/5/layout/CenteredIconLabelDescriptionList"/>
    <dgm:cxn modelId="{708932CB-CEA3-4A18-83CE-583716BA6A52}" type="presParOf" srcId="{E56AC07C-FB60-4CF0-8860-E2D998A12AC2}" destId="{3F22567E-3953-4C71-8C53-DB2D58B1DC7E}" srcOrd="3" destOrd="0" presId="urn:microsoft.com/office/officeart/2018/5/layout/CenteredIconLabelDescriptionList"/>
    <dgm:cxn modelId="{C51E8F33-4641-47B8-A482-493071D71040}" type="presParOf" srcId="{E56AC07C-FB60-4CF0-8860-E2D998A12AC2}" destId="{B0C7D408-00F6-410C-8935-8E4506F76249}" srcOrd="4" destOrd="0" presId="urn:microsoft.com/office/officeart/2018/5/layout/CenteredIconLabelDescriptionList"/>
    <dgm:cxn modelId="{4A7E5707-CED8-4429-A710-85CE992F52C0}" type="presParOf" srcId="{3213E622-B109-42DA-801F-B0F2BD5F8295}" destId="{CB7F799C-3676-42EE-B818-1623F7C468CE}" srcOrd="1" destOrd="0" presId="urn:microsoft.com/office/officeart/2018/5/layout/CenteredIconLabelDescriptionList"/>
    <dgm:cxn modelId="{6ABDD80C-B84E-49D2-9DA1-5D151CBDFCD3}" type="presParOf" srcId="{3213E622-B109-42DA-801F-B0F2BD5F8295}" destId="{1C1F7804-62E5-4649-A4B1-B80505A7584E}" srcOrd="2" destOrd="0" presId="urn:microsoft.com/office/officeart/2018/5/layout/CenteredIconLabelDescriptionList"/>
    <dgm:cxn modelId="{3E816AD2-C949-47B5-B5D7-25B3B888DDBD}" type="presParOf" srcId="{1C1F7804-62E5-4649-A4B1-B80505A7584E}" destId="{A431BDFC-AEE0-4655-9C58-0D3278EDB5F8}" srcOrd="0" destOrd="0" presId="urn:microsoft.com/office/officeart/2018/5/layout/CenteredIconLabelDescriptionList"/>
    <dgm:cxn modelId="{8A5C84A1-3AF0-4761-8D99-8F6395FD73E1}" type="presParOf" srcId="{1C1F7804-62E5-4649-A4B1-B80505A7584E}" destId="{8E6FABD8-2220-464A-8FBC-D656631DC7F5}" srcOrd="1" destOrd="0" presId="urn:microsoft.com/office/officeart/2018/5/layout/CenteredIconLabelDescriptionList"/>
    <dgm:cxn modelId="{01AE3FC9-CD10-4ED5-8F2C-5246DD13D88B}" type="presParOf" srcId="{1C1F7804-62E5-4649-A4B1-B80505A7584E}" destId="{832D6505-5A04-4327-86E1-02382CB34F7E}" srcOrd="2" destOrd="0" presId="urn:microsoft.com/office/officeart/2018/5/layout/CenteredIconLabelDescriptionList"/>
    <dgm:cxn modelId="{846BD028-8250-434E-9DF7-8A6A8E57800F}" type="presParOf" srcId="{1C1F7804-62E5-4649-A4B1-B80505A7584E}" destId="{890A0B6E-9017-4AFE-A256-43A92A27A196}" srcOrd="3" destOrd="0" presId="urn:microsoft.com/office/officeart/2018/5/layout/CenteredIconLabelDescriptionList"/>
    <dgm:cxn modelId="{0DDE3176-5104-4C90-BCD6-999363D3B3A7}" type="presParOf" srcId="{1C1F7804-62E5-4649-A4B1-B80505A7584E}" destId="{66D4A7D1-E564-4186-ADB0-C697680BC561}" srcOrd="4" destOrd="0" presId="urn:microsoft.com/office/officeart/2018/5/layout/CenteredIconLabelDescriptionList"/>
    <dgm:cxn modelId="{2643A944-7271-448E-84E1-161C730A29F1}" type="presParOf" srcId="{3213E622-B109-42DA-801F-B0F2BD5F8295}" destId="{BDE5E34A-757E-42F6-A4B9-AFF77E915901}" srcOrd="3" destOrd="0" presId="urn:microsoft.com/office/officeart/2018/5/layout/CenteredIconLabelDescriptionList"/>
    <dgm:cxn modelId="{64DA158F-76C5-44D4-A138-80DB1FEBC6DB}" type="presParOf" srcId="{3213E622-B109-42DA-801F-B0F2BD5F8295}" destId="{44C1EF23-21E5-4B12-9A05-B8C38105D3D2}" srcOrd="4" destOrd="0" presId="urn:microsoft.com/office/officeart/2018/5/layout/CenteredIconLabelDescriptionList"/>
    <dgm:cxn modelId="{EC2323E2-E5CE-4D60-B1FD-A429572152D9}" type="presParOf" srcId="{44C1EF23-21E5-4B12-9A05-B8C38105D3D2}" destId="{807C542B-62FB-4F2C-B6F2-73FA2E2B251A}" srcOrd="0" destOrd="0" presId="urn:microsoft.com/office/officeart/2018/5/layout/CenteredIconLabelDescriptionList"/>
    <dgm:cxn modelId="{02B0A021-A457-4C97-A025-714F7D332301}" type="presParOf" srcId="{44C1EF23-21E5-4B12-9A05-B8C38105D3D2}" destId="{AB9D50C6-8063-450E-AFD9-F1CFDA68163A}" srcOrd="1" destOrd="0" presId="urn:microsoft.com/office/officeart/2018/5/layout/CenteredIconLabelDescriptionList"/>
    <dgm:cxn modelId="{56A0F445-0B1A-4AA4-94EA-28708E1F5F4A}" type="presParOf" srcId="{44C1EF23-21E5-4B12-9A05-B8C38105D3D2}" destId="{780F3C3D-DDE2-4474-ADB3-A2AA4A868D0E}" srcOrd="2" destOrd="0" presId="urn:microsoft.com/office/officeart/2018/5/layout/CenteredIconLabelDescriptionList"/>
    <dgm:cxn modelId="{8D244324-EB91-4BBC-AC45-4C26D8951B2D}" type="presParOf" srcId="{44C1EF23-21E5-4B12-9A05-B8C38105D3D2}" destId="{04E9643E-1ECE-4DC2-8433-53432518B951}" srcOrd="3" destOrd="0" presId="urn:microsoft.com/office/officeart/2018/5/layout/CenteredIconLabelDescriptionList"/>
    <dgm:cxn modelId="{BC393C2E-1E38-4B82-8C27-81138203C25C}" type="presParOf" srcId="{44C1EF23-21E5-4B12-9A05-B8C38105D3D2}" destId="{EBBC1388-3B93-4130-A7B1-76FFBB48699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583CEDE-E647-47CA-A667-559E9030B27A}"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7557560-20D7-45F3-93CA-59CA59F1FAFA}">
      <dgm:prSet custT="1"/>
      <dgm:spPr/>
      <dgm:t>
        <a:bodyPr/>
        <a:lstStyle/>
        <a:p>
          <a:pPr>
            <a:defRPr b="1"/>
          </a:pPr>
          <a:r>
            <a:rPr lang="en-GB" sz="2000" dirty="0"/>
            <a:t>Scouting &amp; Talent Evaluation</a:t>
          </a:r>
          <a:endParaRPr lang="en-US" sz="2000" dirty="0"/>
        </a:p>
      </dgm:t>
    </dgm:pt>
    <dgm:pt modelId="{E4CAD1B0-2735-4664-B73D-F7A5D7A98788}" type="parTrans" cxnId="{101328D3-F892-4573-9C2B-24C8E576A0FB}">
      <dgm:prSet/>
      <dgm:spPr/>
      <dgm:t>
        <a:bodyPr/>
        <a:lstStyle/>
        <a:p>
          <a:endParaRPr lang="en-US"/>
        </a:p>
      </dgm:t>
    </dgm:pt>
    <dgm:pt modelId="{6B5FF232-FFD8-464C-A2BF-F6879257252B}" type="sibTrans" cxnId="{101328D3-F892-4573-9C2B-24C8E576A0FB}">
      <dgm:prSet/>
      <dgm:spPr/>
      <dgm:t>
        <a:bodyPr/>
        <a:lstStyle/>
        <a:p>
          <a:endParaRPr lang="en-US"/>
        </a:p>
      </dgm:t>
    </dgm:pt>
    <dgm:pt modelId="{E26EF5CA-62FE-4DD4-96E7-08AFE2B963D8}">
      <dgm:prSet custT="1"/>
      <dgm:spPr/>
      <dgm:t>
        <a:bodyPr/>
        <a:lstStyle/>
        <a:p>
          <a:r>
            <a:rPr lang="en-GB" sz="1800" dirty="0"/>
            <a:t>Objective profiling, tracking performance trajectories, and building predictive models for athlete recruitment.</a:t>
          </a:r>
          <a:endParaRPr lang="en-US" sz="1800" dirty="0"/>
        </a:p>
      </dgm:t>
    </dgm:pt>
    <dgm:pt modelId="{8A6D3FBB-37F4-491A-9C87-08368F4C5D44}" type="parTrans" cxnId="{8E6AD1D3-6469-4115-8F88-FFE9762D6E45}">
      <dgm:prSet/>
      <dgm:spPr/>
      <dgm:t>
        <a:bodyPr/>
        <a:lstStyle/>
        <a:p>
          <a:endParaRPr lang="en-US"/>
        </a:p>
      </dgm:t>
    </dgm:pt>
    <dgm:pt modelId="{1D42293B-A315-4968-BDBF-B353FD988191}" type="sibTrans" cxnId="{8E6AD1D3-6469-4115-8F88-FFE9762D6E45}">
      <dgm:prSet/>
      <dgm:spPr/>
      <dgm:t>
        <a:bodyPr/>
        <a:lstStyle/>
        <a:p>
          <a:endParaRPr lang="en-US"/>
        </a:p>
      </dgm:t>
    </dgm:pt>
    <dgm:pt modelId="{55068EE7-2CDE-410B-8408-2991BA615557}">
      <dgm:prSet custT="1"/>
      <dgm:spPr/>
      <dgm:t>
        <a:bodyPr/>
        <a:lstStyle/>
        <a:p>
          <a:pPr>
            <a:defRPr b="1"/>
          </a:pPr>
          <a:r>
            <a:rPr lang="en-GB" sz="2000" dirty="0"/>
            <a:t>Athlete Tracking (Physical &amp; Spatial)</a:t>
          </a:r>
          <a:endParaRPr lang="en-US" sz="2000" dirty="0"/>
        </a:p>
      </dgm:t>
    </dgm:pt>
    <dgm:pt modelId="{EE46C4A3-0788-43EB-A140-AE6135C8C210}" type="parTrans" cxnId="{C90831B4-0F89-4842-AD65-49024538AF10}">
      <dgm:prSet/>
      <dgm:spPr/>
      <dgm:t>
        <a:bodyPr/>
        <a:lstStyle/>
        <a:p>
          <a:endParaRPr lang="en-US"/>
        </a:p>
      </dgm:t>
    </dgm:pt>
    <dgm:pt modelId="{E7B2F60A-DD8A-48A2-9F2F-E7CD45848433}" type="sibTrans" cxnId="{C90831B4-0F89-4842-AD65-49024538AF10}">
      <dgm:prSet/>
      <dgm:spPr/>
      <dgm:t>
        <a:bodyPr/>
        <a:lstStyle/>
        <a:p>
          <a:endParaRPr lang="en-US"/>
        </a:p>
      </dgm:t>
    </dgm:pt>
    <dgm:pt modelId="{1F83FAAC-11D4-4BED-9ADC-EE26541C0EF2}">
      <dgm:prSet custT="1"/>
      <dgm:spPr/>
      <dgm:t>
        <a:bodyPr/>
        <a:lstStyle/>
        <a:p>
          <a:r>
            <a:rPr lang="en-GB" sz="1800" dirty="0"/>
            <a:t>Monitoring external load (distance, acceleration) and internal load (heart rate, RPE) to manage training stress and prevent injuries.</a:t>
          </a:r>
          <a:endParaRPr lang="en-US" sz="1800" dirty="0"/>
        </a:p>
      </dgm:t>
    </dgm:pt>
    <dgm:pt modelId="{37966EEB-2CCC-4A5A-8811-961B92CE2C39}" type="parTrans" cxnId="{B486D964-4DB8-4F31-A6D2-C05091F9E21B}">
      <dgm:prSet/>
      <dgm:spPr/>
      <dgm:t>
        <a:bodyPr/>
        <a:lstStyle/>
        <a:p>
          <a:endParaRPr lang="en-US"/>
        </a:p>
      </dgm:t>
    </dgm:pt>
    <dgm:pt modelId="{8376A138-AE68-4959-9235-38171E825229}" type="sibTrans" cxnId="{B486D964-4DB8-4F31-A6D2-C05091F9E21B}">
      <dgm:prSet/>
      <dgm:spPr/>
      <dgm:t>
        <a:bodyPr/>
        <a:lstStyle/>
        <a:p>
          <a:endParaRPr lang="en-US"/>
        </a:p>
      </dgm:t>
    </dgm:pt>
    <dgm:pt modelId="{08ACE292-7BB7-4DF5-A9BD-1B7A8660DA89}">
      <dgm:prSet/>
      <dgm:spPr/>
      <dgm:t>
        <a:bodyPr/>
        <a:lstStyle/>
        <a:p>
          <a:pPr>
            <a:defRPr b="1"/>
          </a:pPr>
          <a:r>
            <a:rPr lang="en-GB" dirty="0"/>
            <a:t>Strategy &amp; Tactical Optimization</a:t>
          </a:r>
          <a:endParaRPr lang="en-US" dirty="0"/>
        </a:p>
      </dgm:t>
    </dgm:pt>
    <dgm:pt modelId="{DC370E83-4313-4300-A10B-DBC8240DE5AA}" type="parTrans" cxnId="{0C22E3B0-2E25-4CB1-B905-D786EE9F523E}">
      <dgm:prSet/>
      <dgm:spPr/>
      <dgm:t>
        <a:bodyPr/>
        <a:lstStyle/>
        <a:p>
          <a:endParaRPr lang="en-US"/>
        </a:p>
      </dgm:t>
    </dgm:pt>
    <dgm:pt modelId="{AF45A36A-B36E-483A-9AAB-A482BE9224E7}" type="sibTrans" cxnId="{0C22E3B0-2E25-4CB1-B905-D786EE9F523E}">
      <dgm:prSet/>
      <dgm:spPr/>
      <dgm:t>
        <a:bodyPr/>
        <a:lstStyle/>
        <a:p>
          <a:endParaRPr lang="en-US"/>
        </a:p>
      </dgm:t>
    </dgm:pt>
    <dgm:pt modelId="{8C0021B7-3339-4CE6-96FC-1F9127064994}">
      <dgm:prSet custT="1"/>
      <dgm:spPr/>
      <dgm:t>
        <a:bodyPr/>
        <a:lstStyle/>
        <a:p>
          <a:r>
            <a:rPr lang="en-GB" sz="1800" dirty="0"/>
            <a:t>Leveraging situational probabilities and spatial efficiency to guide play-calling, defensive alignment, and game plans.</a:t>
          </a:r>
          <a:endParaRPr lang="en-US" sz="1800" dirty="0"/>
        </a:p>
      </dgm:t>
    </dgm:pt>
    <dgm:pt modelId="{82BFAA9F-E409-4A78-BB19-1C97CDBCCEDD}" type="parTrans" cxnId="{066E8376-6FA1-4CFE-A168-BCB0BC601FEE}">
      <dgm:prSet/>
      <dgm:spPr/>
      <dgm:t>
        <a:bodyPr/>
        <a:lstStyle/>
        <a:p>
          <a:endParaRPr lang="en-US"/>
        </a:p>
      </dgm:t>
    </dgm:pt>
    <dgm:pt modelId="{3C837A0C-DFFE-4B27-B043-551E32E291B8}" type="sibTrans" cxnId="{066E8376-6FA1-4CFE-A168-BCB0BC601FEE}">
      <dgm:prSet/>
      <dgm:spPr/>
      <dgm:t>
        <a:bodyPr/>
        <a:lstStyle/>
        <a:p>
          <a:endParaRPr lang="en-US"/>
        </a:p>
      </dgm:t>
    </dgm:pt>
    <dgm:pt modelId="{3213E622-B109-42DA-801F-B0F2BD5F8295}" type="pres">
      <dgm:prSet presAssocID="{A583CEDE-E647-47CA-A667-559E9030B27A}" presName="root" presStyleCnt="0">
        <dgm:presLayoutVars>
          <dgm:dir/>
          <dgm:resizeHandles val="exact"/>
        </dgm:presLayoutVars>
      </dgm:prSet>
      <dgm:spPr/>
    </dgm:pt>
    <dgm:pt modelId="{E56AC07C-FB60-4CF0-8860-E2D998A12AC2}" type="pres">
      <dgm:prSet presAssocID="{E7557560-20D7-45F3-93CA-59CA59F1FAFA}" presName="compNode" presStyleCnt="0"/>
      <dgm:spPr/>
    </dgm:pt>
    <dgm:pt modelId="{D7DEB794-E1E8-45CB-B56A-E1BEF5BF397D}" type="pres">
      <dgm:prSet presAssocID="{E7557560-20D7-45F3-93CA-59CA59F1FAFA}"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Magnifying glass with solid fill"/>
        </a:ext>
      </dgm:extLst>
    </dgm:pt>
    <dgm:pt modelId="{77CA0889-87A2-4A01-A15E-D71A85BDF4AA}" type="pres">
      <dgm:prSet presAssocID="{E7557560-20D7-45F3-93CA-59CA59F1FAFA}" presName="iconSpace" presStyleCnt="0"/>
      <dgm:spPr/>
    </dgm:pt>
    <dgm:pt modelId="{A23C1CDD-357C-458D-8788-A42EEB8EFB3D}" type="pres">
      <dgm:prSet presAssocID="{E7557560-20D7-45F3-93CA-59CA59F1FAFA}" presName="parTx" presStyleLbl="revTx" presStyleIdx="0" presStyleCnt="6">
        <dgm:presLayoutVars>
          <dgm:chMax val="0"/>
          <dgm:chPref val="0"/>
        </dgm:presLayoutVars>
      </dgm:prSet>
      <dgm:spPr/>
    </dgm:pt>
    <dgm:pt modelId="{3F22567E-3953-4C71-8C53-DB2D58B1DC7E}" type="pres">
      <dgm:prSet presAssocID="{E7557560-20D7-45F3-93CA-59CA59F1FAFA}" presName="txSpace" presStyleCnt="0"/>
      <dgm:spPr/>
    </dgm:pt>
    <dgm:pt modelId="{B0C7D408-00F6-410C-8935-8E4506F76249}" type="pres">
      <dgm:prSet presAssocID="{E7557560-20D7-45F3-93CA-59CA59F1FAFA}" presName="desTx" presStyleLbl="revTx" presStyleIdx="1" presStyleCnt="6">
        <dgm:presLayoutVars/>
      </dgm:prSet>
      <dgm:spPr/>
    </dgm:pt>
    <dgm:pt modelId="{CB7F799C-3676-42EE-B818-1623F7C468CE}" type="pres">
      <dgm:prSet presAssocID="{6B5FF232-FFD8-464C-A2BF-F6879257252B}" presName="sibTrans" presStyleCnt="0"/>
      <dgm:spPr/>
    </dgm:pt>
    <dgm:pt modelId="{1C1F7804-62E5-4649-A4B1-B80505A7584E}" type="pres">
      <dgm:prSet presAssocID="{55068EE7-2CDE-410B-8408-2991BA615557}" presName="compNode" presStyleCnt="0"/>
      <dgm:spPr/>
    </dgm:pt>
    <dgm:pt modelId="{A431BDFC-AEE0-4655-9C58-0D3278EDB5F8}" type="pres">
      <dgm:prSet presAssocID="{55068EE7-2CDE-410B-8408-2991BA6155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uscle Arm"/>
        </a:ext>
      </dgm:extLst>
    </dgm:pt>
    <dgm:pt modelId="{8E6FABD8-2220-464A-8FBC-D656631DC7F5}" type="pres">
      <dgm:prSet presAssocID="{55068EE7-2CDE-410B-8408-2991BA615557}" presName="iconSpace" presStyleCnt="0"/>
      <dgm:spPr/>
    </dgm:pt>
    <dgm:pt modelId="{832D6505-5A04-4327-86E1-02382CB34F7E}" type="pres">
      <dgm:prSet presAssocID="{55068EE7-2CDE-410B-8408-2991BA615557}" presName="parTx" presStyleLbl="revTx" presStyleIdx="2" presStyleCnt="6">
        <dgm:presLayoutVars>
          <dgm:chMax val="0"/>
          <dgm:chPref val="0"/>
        </dgm:presLayoutVars>
      </dgm:prSet>
      <dgm:spPr/>
    </dgm:pt>
    <dgm:pt modelId="{890A0B6E-9017-4AFE-A256-43A92A27A196}" type="pres">
      <dgm:prSet presAssocID="{55068EE7-2CDE-410B-8408-2991BA615557}" presName="txSpace" presStyleCnt="0"/>
      <dgm:spPr/>
    </dgm:pt>
    <dgm:pt modelId="{66D4A7D1-E564-4186-ADB0-C697680BC561}" type="pres">
      <dgm:prSet presAssocID="{55068EE7-2CDE-410B-8408-2991BA615557}" presName="desTx" presStyleLbl="revTx" presStyleIdx="3" presStyleCnt="6">
        <dgm:presLayoutVars/>
      </dgm:prSet>
      <dgm:spPr/>
    </dgm:pt>
    <dgm:pt modelId="{BDE5E34A-757E-42F6-A4B9-AFF77E915901}" type="pres">
      <dgm:prSet presAssocID="{E7B2F60A-DD8A-48A2-9F2F-E7CD45848433}" presName="sibTrans" presStyleCnt="0"/>
      <dgm:spPr/>
    </dgm:pt>
    <dgm:pt modelId="{44C1EF23-21E5-4B12-9A05-B8C38105D3D2}" type="pres">
      <dgm:prSet presAssocID="{08ACE292-7BB7-4DF5-A9BD-1B7A8660DA89}" presName="compNode" presStyleCnt="0"/>
      <dgm:spPr/>
    </dgm:pt>
    <dgm:pt modelId="{807C542B-62FB-4F2C-B6F2-73FA2E2B251A}" type="pres">
      <dgm:prSet presAssocID="{08ACE292-7BB7-4DF5-A9BD-1B7A8660DA89}"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Playbook with solid fill"/>
        </a:ext>
      </dgm:extLst>
    </dgm:pt>
    <dgm:pt modelId="{AB9D50C6-8063-450E-AFD9-F1CFDA68163A}" type="pres">
      <dgm:prSet presAssocID="{08ACE292-7BB7-4DF5-A9BD-1B7A8660DA89}" presName="iconSpace" presStyleCnt="0"/>
      <dgm:spPr/>
    </dgm:pt>
    <dgm:pt modelId="{780F3C3D-DDE2-4474-ADB3-A2AA4A868D0E}" type="pres">
      <dgm:prSet presAssocID="{08ACE292-7BB7-4DF5-A9BD-1B7A8660DA89}" presName="parTx" presStyleLbl="revTx" presStyleIdx="4" presStyleCnt="6">
        <dgm:presLayoutVars>
          <dgm:chMax val="0"/>
          <dgm:chPref val="0"/>
        </dgm:presLayoutVars>
      </dgm:prSet>
      <dgm:spPr/>
    </dgm:pt>
    <dgm:pt modelId="{04E9643E-1ECE-4DC2-8433-53432518B951}" type="pres">
      <dgm:prSet presAssocID="{08ACE292-7BB7-4DF5-A9BD-1B7A8660DA89}" presName="txSpace" presStyleCnt="0"/>
      <dgm:spPr/>
    </dgm:pt>
    <dgm:pt modelId="{EBBC1388-3B93-4130-A7B1-76FFBB48699A}" type="pres">
      <dgm:prSet presAssocID="{08ACE292-7BB7-4DF5-A9BD-1B7A8660DA89}" presName="desTx" presStyleLbl="revTx" presStyleIdx="5" presStyleCnt="6">
        <dgm:presLayoutVars/>
      </dgm:prSet>
      <dgm:spPr/>
    </dgm:pt>
  </dgm:ptLst>
  <dgm:cxnLst>
    <dgm:cxn modelId="{2A592928-8130-4D3F-B733-D66AC2B831E6}" type="presOf" srcId="{55068EE7-2CDE-410B-8408-2991BA615557}" destId="{832D6505-5A04-4327-86E1-02382CB34F7E}" srcOrd="0" destOrd="0" presId="urn:microsoft.com/office/officeart/2018/5/layout/CenteredIconLabelDescriptionList"/>
    <dgm:cxn modelId="{DF47FA2E-5A25-41C2-BC5B-3BB074AAD85B}" type="presOf" srcId="{08ACE292-7BB7-4DF5-A9BD-1B7A8660DA89}" destId="{780F3C3D-DDE2-4474-ADB3-A2AA4A868D0E}" srcOrd="0" destOrd="0" presId="urn:microsoft.com/office/officeart/2018/5/layout/CenteredIconLabelDescriptionList"/>
    <dgm:cxn modelId="{D0A69632-A509-4AC9-88C5-1C58E2E6D928}" type="presOf" srcId="{A583CEDE-E647-47CA-A667-559E9030B27A}" destId="{3213E622-B109-42DA-801F-B0F2BD5F8295}" srcOrd="0" destOrd="0" presId="urn:microsoft.com/office/officeart/2018/5/layout/CenteredIconLabelDescriptionList"/>
    <dgm:cxn modelId="{ABD43635-E17C-4B3B-9A29-921BF84BF86E}" type="presOf" srcId="{8C0021B7-3339-4CE6-96FC-1F9127064994}" destId="{EBBC1388-3B93-4130-A7B1-76FFBB48699A}" srcOrd="0" destOrd="0" presId="urn:microsoft.com/office/officeart/2018/5/layout/CenteredIconLabelDescriptionList"/>
    <dgm:cxn modelId="{B486D964-4DB8-4F31-A6D2-C05091F9E21B}" srcId="{55068EE7-2CDE-410B-8408-2991BA615557}" destId="{1F83FAAC-11D4-4BED-9ADC-EE26541C0EF2}" srcOrd="0" destOrd="0" parTransId="{37966EEB-2CCC-4A5A-8811-961B92CE2C39}" sibTransId="{8376A138-AE68-4959-9235-38171E825229}"/>
    <dgm:cxn modelId="{066E8376-6FA1-4CFE-A168-BCB0BC601FEE}" srcId="{08ACE292-7BB7-4DF5-A9BD-1B7A8660DA89}" destId="{8C0021B7-3339-4CE6-96FC-1F9127064994}" srcOrd="0" destOrd="0" parTransId="{82BFAA9F-E409-4A78-BB19-1C97CDBCCEDD}" sibTransId="{3C837A0C-DFFE-4B27-B043-551E32E291B8}"/>
    <dgm:cxn modelId="{0C22E3B0-2E25-4CB1-B905-D786EE9F523E}" srcId="{A583CEDE-E647-47CA-A667-559E9030B27A}" destId="{08ACE292-7BB7-4DF5-A9BD-1B7A8660DA89}" srcOrd="2" destOrd="0" parTransId="{DC370E83-4313-4300-A10B-DBC8240DE5AA}" sibTransId="{AF45A36A-B36E-483A-9AAB-A482BE9224E7}"/>
    <dgm:cxn modelId="{10ABEAB2-FA43-4F15-90E1-750661DAF5D0}" type="presOf" srcId="{1F83FAAC-11D4-4BED-9ADC-EE26541C0EF2}" destId="{66D4A7D1-E564-4186-ADB0-C697680BC561}" srcOrd="0" destOrd="0" presId="urn:microsoft.com/office/officeart/2018/5/layout/CenteredIconLabelDescriptionList"/>
    <dgm:cxn modelId="{FFE01BB4-39AF-4C5F-8CB1-DF9CC529EE9D}" type="presOf" srcId="{E26EF5CA-62FE-4DD4-96E7-08AFE2B963D8}" destId="{B0C7D408-00F6-410C-8935-8E4506F76249}" srcOrd="0" destOrd="0" presId="urn:microsoft.com/office/officeart/2018/5/layout/CenteredIconLabelDescriptionList"/>
    <dgm:cxn modelId="{C90831B4-0F89-4842-AD65-49024538AF10}" srcId="{A583CEDE-E647-47CA-A667-559E9030B27A}" destId="{55068EE7-2CDE-410B-8408-2991BA615557}" srcOrd="1" destOrd="0" parTransId="{EE46C4A3-0788-43EB-A140-AE6135C8C210}" sibTransId="{E7B2F60A-DD8A-48A2-9F2F-E7CD45848433}"/>
    <dgm:cxn modelId="{101328D3-F892-4573-9C2B-24C8E576A0FB}" srcId="{A583CEDE-E647-47CA-A667-559E9030B27A}" destId="{E7557560-20D7-45F3-93CA-59CA59F1FAFA}" srcOrd="0" destOrd="0" parTransId="{E4CAD1B0-2735-4664-B73D-F7A5D7A98788}" sibTransId="{6B5FF232-FFD8-464C-A2BF-F6879257252B}"/>
    <dgm:cxn modelId="{8E6AD1D3-6469-4115-8F88-FFE9762D6E45}" srcId="{E7557560-20D7-45F3-93CA-59CA59F1FAFA}" destId="{E26EF5CA-62FE-4DD4-96E7-08AFE2B963D8}" srcOrd="0" destOrd="0" parTransId="{8A6D3FBB-37F4-491A-9C87-08368F4C5D44}" sibTransId="{1D42293B-A315-4968-BDBF-B353FD988191}"/>
    <dgm:cxn modelId="{67985ED8-9027-4E07-B24D-E6D60FACAE96}" type="presOf" srcId="{E7557560-20D7-45F3-93CA-59CA59F1FAFA}" destId="{A23C1CDD-357C-458D-8788-A42EEB8EFB3D}" srcOrd="0" destOrd="0" presId="urn:microsoft.com/office/officeart/2018/5/layout/CenteredIconLabelDescriptionList"/>
    <dgm:cxn modelId="{A22EC50F-A737-431A-97B9-362C746C21FB}" type="presParOf" srcId="{3213E622-B109-42DA-801F-B0F2BD5F8295}" destId="{E56AC07C-FB60-4CF0-8860-E2D998A12AC2}" srcOrd="0" destOrd="0" presId="urn:microsoft.com/office/officeart/2018/5/layout/CenteredIconLabelDescriptionList"/>
    <dgm:cxn modelId="{0CF9B889-83E8-4F18-AC5E-3E1DDE4B8DC6}" type="presParOf" srcId="{E56AC07C-FB60-4CF0-8860-E2D998A12AC2}" destId="{D7DEB794-E1E8-45CB-B56A-E1BEF5BF397D}" srcOrd="0" destOrd="0" presId="urn:microsoft.com/office/officeart/2018/5/layout/CenteredIconLabelDescriptionList"/>
    <dgm:cxn modelId="{6E756A4F-E8A0-4725-812C-DABB41FB0587}" type="presParOf" srcId="{E56AC07C-FB60-4CF0-8860-E2D998A12AC2}" destId="{77CA0889-87A2-4A01-A15E-D71A85BDF4AA}" srcOrd="1" destOrd="0" presId="urn:microsoft.com/office/officeart/2018/5/layout/CenteredIconLabelDescriptionList"/>
    <dgm:cxn modelId="{D393ECF4-3E95-4AC4-A241-C1EB5D0E0625}" type="presParOf" srcId="{E56AC07C-FB60-4CF0-8860-E2D998A12AC2}" destId="{A23C1CDD-357C-458D-8788-A42EEB8EFB3D}" srcOrd="2" destOrd="0" presId="urn:microsoft.com/office/officeart/2018/5/layout/CenteredIconLabelDescriptionList"/>
    <dgm:cxn modelId="{708932CB-CEA3-4A18-83CE-583716BA6A52}" type="presParOf" srcId="{E56AC07C-FB60-4CF0-8860-E2D998A12AC2}" destId="{3F22567E-3953-4C71-8C53-DB2D58B1DC7E}" srcOrd="3" destOrd="0" presId="urn:microsoft.com/office/officeart/2018/5/layout/CenteredIconLabelDescriptionList"/>
    <dgm:cxn modelId="{C51E8F33-4641-47B8-A482-493071D71040}" type="presParOf" srcId="{E56AC07C-FB60-4CF0-8860-E2D998A12AC2}" destId="{B0C7D408-00F6-410C-8935-8E4506F76249}" srcOrd="4" destOrd="0" presId="urn:microsoft.com/office/officeart/2018/5/layout/CenteredIconLabelDescriptionList"/>
    <dgm:cxn modelId="{4A7E5707-CED8-4429-A710-85CE992F52C0}" type="presParOf" srcId="{3213E622-B109-42DA-801F-B0F2BD5F8295}" destId="{CB7F799C-3676-42EE-B818-1623F7C468CE}" srcOrd="1" destOrd="0" presId="urn:microsoft.com/office/officeart/2018/5/layout/CenteredIconLabelDescriptionList"/>
    <dgm:cxn modelId="{6ABDD80C-B84E-49D2-9DA1-5D151CBDFCD3}" type="presParOf" srcId="{3213E622-B109-42DA-801F-B0F2BD5F8295}" destId="{1C1F7804-62E5-4649-A4B1-B80505A7584E}" srcOrd="2" destOrd="0" presId="urn:microsoft.com/office/officeart/2018/5/layout/CenteredIconLabelDescriptionList"/>
    <dgm:cxn modelId="{3E816AD2-C949-47B5-B5D7-25B3B888DDBD}" type="presParOf" srcId="{1C1F7804-62E5-4649-A4B1-B80505A7584E}" destId="{A431BDFC-AEE0-4655-9C58-0D3278EDB5F8}" srcOrd="0" destOrd="0" presId="urn:microsoft.com/office/officeart/2018/5/layout/CenteredIconLabelDescriptionList"/>
    <dgm:cxn modelId="{8A5C84A1-3AF0-4761-8D99-8F6395FD73E1}" type="presParOf" srcId="{1C1F7804-62E5-4649-A4B1-B80505A7584E}" destId="{8E6FABD8-2220-464A-8FBC-D656631DC7F5}" srcOrd="1" destOrd="0" presId="urn:microsoft.com/office/officeart/2018/5/layout/CenteredIconLabelDescriptionList"/>
    <dgm:cxn modelId="{01AE3FC9-CD10-4ED5-8F2C-5246DD13D88B}" type="presParOf" srcId="{1C1F7804-62E5-4649-A4B1-B80505A7584E}" destId="{832D6505-5A04-4327-86E1-02382CB34F7E}" srcOrd="2" destOrd="0" presId="urn:microsoft.com/office/officeart/2018/5/layout/CenteredIconLabelDescriptionList"/>
    <dgm:cxn modelId="{846BD028-8250-434E-9DF7-8A6A8E57800F}" type="presParOf" srcId="{1C1F7804-62E5-4649-A4B1-B80505A7584E}" destId="{890A0B6E-9017-4AFE-A256-43A92A27A196}" srcOrd="3" destOrd="0" presId="urn:microsoft.com/office/officeart/2018/5/layout/CenteredIconLabelDescriptionList"/>
    <dgm:cxn modelId="{0DDE3176-5104-4C90-BCD6-999363D3B3A7}" type="presParOf" srcId="{1C1F7804-62E5-4649-A4B1-B80505A7584E}" destId="{66D4A7D1-E564-4186-ADB0-C697680BC561}" srcOrd="4" destOrd="0" presId="urn:microsoft.com/office/officeart/2018/5/layout/CenteredIconLabelDescriptionList"/>
    <dgm:cxn modelId="{2643A944-7271-448E-84E1-161C730A29F1}" type="presParOf" srcId="{3213E622-B109-42DA-801F-B0F2BD5F8295}" destId="{BDE5E34A-757E-42F6-A4B9-AFF77E915901}" srcOrd="3" destOrd="0" presId="urn:microsoft.com/office/officeart/2018/5/layout/CenteredIconLabelDescriptionList"/>
    <dgm:cxn modelId="{64DA158F-76C5-44D4-A138-80DB1FEBC6DB}" type="presParOf" srcId="{3213E622-B109-42DA-801F-B0F2BD5F8295}" destId="{44C1EF23-21E5-4B12-9A05-B8C38105D3D2}" srcOrd="4" destOrd="0" presId="urn:microsoft.com/office/officeart/2018/5/layout/CenteredIconLabelDescriptionList"/>
    <dgm:cxn modelId="{EC2323E2-E5CE-4D60-B1FD-A429572152D9}" type="presParOf" srcId="{44C1EF23-21E5-4B12-9A05-B8C38105D3D2}" destId="{807C542B-62FB-4F2C-B6F2-73FA2E2B251A}" srcOrd="0" destOrd="0" presId="urn:microsoft.com/office/officeart/2018/5/layout/CenteredIconLabelDescriptionList"/>
    <dgm:cxn modelId="{02B0A021-A457-4C97-A025-714F7D332301}" type="presParOf" srcId="{44C1EF23-21E5-4B12-9A05-B8C38105D3D2}" destId="{AB9D50C6-8063-450E-AFD9-F1CFDA68163A}" srcOrd="1" destOrd="0" presId="urn:microsoft.com/office/officeart/2018/5/layout/CenteredIconLabelDescriptionList"/>
    <dgm:cxn modelId="{56A0F445-0B1A-4AA4-94EA-28708E1F5F4A}" type="presParOf" srcId="{44C1EF23-21E5-4B12-9A05-B8C38105D3D2}" destId="{780F3C3D-DDE2-4474-ADB3-A2AA4A868D0E}" srcOrd="2" destOrd="0" presId="urn:microsoft.com/office/officeart/2018/5/layout/CenteredIconLabelDescriptionList"/>
    <dgm:cxn modelId="{8D244324-EB91-4BBC-AC45-4C26D8951B2D}" type="presParOf" srcId="{44C1EF23-21E5-4B12-9A05-B8C38105D3D2}" destId="{04E9643E-1ECE-4DC2-8433-53432518B951}" srcOrd="3" destOrd="0" presId="urn:microsoft.com/office/officeart/2018/5/layout/CenteredIconLabelDescriptionList"/>
    <dgm:cxn modelId="{BC393C2E-1E38-4B82-8C27-81138203C25C}" type="presParOf" srcId="{44C1EF23-21E5-4B12-9A05-B8C38105D3D2}" destId="{EBBC1388-3B93-4130-A7B1-76FFBB48699A}"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3BC92FE-39A7-43AA-B371-06FC86F327F9}" type="doc">
      <dgm:prSet loTypeId="urn:microsoft.com/office/officeart/2018/2/layout/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BF707721-8F8B-47D7-804D-3109819BE9E5}">
      <dgm:prSet/>
      <dgm:spPr/>
      <dgm:t>
        <a:bodyPr/>
        <a:lstStyle/>
        <a:p>
          <a:pPr>
            <a:lnSpc>
              <a:spcPct val="100000"/>
            </a:lnSpc>
            <a:defRPr b="1"/>
          </a:pPr>
          <a:r>
            <a:rPr lang="en-GB" dirty="0"/>
            <a:t>1. Descriptive</a:t>
          </a:r>
          <a:endParaRPr lang="en-US" dirty="0"/>
        </a:p>
      </dgm:t>
    </dgm:pt>
    <dgm:pt modelId="{0FC4F028-2679-4C1A-B02A-BBF2B9F63150}" type="parTrans" cxnId="{B7533276-D027-4A08-AAC4-F4BA9C626469}">
      <dgm:prSet/>
      <dgm:spPr/>
      <dgm:t>
        <a:bodyPr/>
        <a:lstStyle/>
        <a:p>
          <a:endParaRPr lang="en-US"/>
        </a:p>
      </dgm:t>
    </dgm:pt>
    <dgm:pt modelId="{AD3A7166-8836-435B-B8AE-8C254DF1AADE}" type="sibTrans" cxnId="{B7533276-D027-4A08-AAC4-F4BA9C626469}">
      <dgm:prSet/>
      <dgm:spPr/>
      <dgm:t>
        <a:bodyPr/>
        <a:lstStyle/>
        <a:p>
          <a:endParaRPr lang="en-US"/>
        </a:p>
      </dgm:t>
    </dgm:pt>
    <dgm:pt modelId="{B926BFFD-0A0C-4EEB-8DDF-BEC101799EE4}">
      <dgm:prSet/>
      <dgm:spPr/>
      <dgm:t>
        <a:bodyPr/>
        <a:lstStyle/>
        <a:p>
          <a:pPr>
            <a:lnSpc>
              <a:spcPct val="100000"/>
            </a:lnSpc>
          </a:pPr>
          <a:r>
            <a:rPr lang="en-GB" dirty="0"/>
            <a:t>What happened?</a:t>
          </a:r>
          <a:endParaRPr lang="en-US" dirty="0"/>
        </a:p>
      </dgm:t>
    </dgm:pt>
    <dgm:pt modelId="{384DE573-DE35-423E-ADF0-85DCBE7F93AC}" type="parTrans" cxnId="{070E2886-5A38-4F04-B146-077C50F2C998}">
      <dgm:prSet/>
      <dgm:spPr/>
      <dgm:t>
        <a:bodyPr/>
        <a:lstStyle/>
        <a:p>
          <a:endParaRPr lang="en-US"/>
        </a:p>
      </dgm:t>
    </dgm:pt>
    <dgm:pt modelId="{8440D828-B4A6-4F66-BA98-5086977F3C49}" type="sibTrans" cxnId="{070E2886-5A38-4F04-B146-077C50F2C998}">
      <dgm:prSet/>
      <dgm:spPr/>
      <dgm:t>
        <a:bodyPr/>
        <a:lstStyle/>
        <a:p>
          <a:endParaRPr lang="en-US"/>
        </a:p>
      </dgm:t>
    </dgm:pt>
    <dgm:pt modelId="{136F4BFD-0582-4579-82A5-A95C73D55870}">
      <dgm:prSet/>
      <dgm:spPr/>
      <dgm:t>
        <a:bodyPr/>
        <a:lstStyle/>
        <a:p>
          <a:pPr>
            <a:lnSpc>
              <a:spcPct val="100000"/>
            </a:lnSpc>
            <a:defRPr b="1"/>
          </a:pPr>
          <a:r>
            <a:rPr lang="en-GB"/>
            <a:t>2. Diagnostic</a:t>
          </a:r>
          <a:endParaRPr lang="en-US"/>
        </a:p>
      </dgm:t>
    </dgm:pt>
    <dgm:pt modelId="{C67336CF-F313-49B9-A40A-B41BFDE55BC3}" type="parTrans" cxnId="{E62F4FD4-71A7-44CA-9422-49F00DCFAD4F}">
      <dgm:prSet/>
      <dgm:spPr/>
      <dgm:t>
        <a:bodyPr/>
        <a:lstStyle/>
        <a:p>
          <a:endParaRPr lang="en-US"/>
        </a:p>
      </dgm:t>
    </dgm:pt>
    <dgm:pt modelId="{A648417D-217C-434C-9334-E0774764047B}" type="sibTrans" cxnId="{E62F4FD4-71A7-44CA-9422-49F00DCFAD4F}">
      <dgm:prSet/>
      <dgm:spPr/>
      <dgm:t>
        <a:bodyPr/>
        <a:lstStyle/>
        <a:p>
          <a:endParaRPr lang="en-US"/>
        </a:p>
      </dgm:t>
    </dgm:pt>
    <dgm:pt modelId="{3902D11C-F772-4D98-AD43-68757266B871}">
      <dgm:prSet/>
      <dgm:spPr/>
      <dgm:t>
        <a:bodyPr/>
        <a:lstStyle/>
        <a:p>
          <a:pPr>
            <a:lnSpc>
              <a:spcPct val="100000"/>
            </a:lnSpc>
          </a:pPr>
          <a:r>
            <a:rPr lang="en-GB" dirty="0"/>
            <a:t>Why / how did it happen?</a:t>
          </a:r>
          <a:endParaRPr lang="en-US" dirty="0"/>
        </a:p>
      </dgm:t>
    </dgm:pt>
    <dgm:pt modelId="{604A71A0-6B61-4D71-83AF-2F99DB02191E}" type="parTrans" cxnId="{29660571-F26F-45B6-8E2C-167DA4BE26D0}">
      <dgm:prSet/>
      <dgm:spPr/>
      <dgm:t>
        <a:bodyPr/>
        <a:lstStyle/>
        <a:p>
          <a:endParaRPr lang="en-US"/>
        </a:p>
      </dgm:t>
    </dgm:pt>
    <dgm:pt modelId="{90F04341-BC2E-414C-B73C-082CA4A032F2}" type="sibTrans" cxnId="{29660571-F26F-45B6-8E2C-167DA4BE26D0}">
      <dgm:prSet/>
      <dgm:spPr/>
      <dgm:t>
        <a:bodyPr/>
        <a:lstStyle/>
        <a:p>
          <a:endParaRPr lang="en-US"/>
        </a:p>
      </dgm:t>
    </dgm:pt>
    <dgm:pt modelId="{D02B5C5A-D5CF-4981-88F1-9872057F386D}">
      <dgm:prSet/>
      <dgm:spPr/>
      <dgm:t>
        <a:bodyPr/>
        <a:lstStyle/>
        <a:p>
          <a:pPr>
            <a:lnSpc>
              <a:spcPct val="100000"/>
            </a:lnSpc>
            <a:defRPr b="1"/>
          </a:pPr>
          <a:r>
            <a:rPr lang="en-GB"/>
            <a:t>3. Predictive </a:t>
          </a:r>
          <a:endParaRPr lang="en-US"/>
        </a:p>
      </dgm:t>
    </dgm:pt>
    <dgm:pt modelId="{28D3AB59-3A7D-4C16-AFF5-5CE3FB30E651}" type="parTrans" cxnId="{EA80F0A2-D621-404F-AC17-FF86954DC666}">
      <dgm:prSet/>
      <dgm:spPr/>
      <dgm:t>
        <a:bodyPr/>
        <a:lstStyle/>
        <a:p>
          <a:endParaRPr lang="en-US"/>
        </a:p>
      </dgm:t>
    </dgm:pt>
    <dgm:pt modelId="{E8926A1D-43E6-4A00-9FAA-64901C7B3941}" type="sibTrans" cxnId="{EA80F0A2-D621-404F-AC17-FF86954DC666}">
      <dgm:prSet/>
      <dgm:spPr/>
      <dgm:t>
        <a:bodyPr/>
        <a:lstStyle/>
        <a:p>
          <a:endParaRPr lang="en-US"/>
        </a:p>
      </dgm:t>
    </dgm:pt>
    <dgm:pt modelId="{5D7E3DDE-E800-40BB-8333-6FA2DC05CC7E}">
      <dgm:prSet/>
      <dgm:spPr/>
      <dgm:t>
        <a:bodyPr/>
        <a:lstStyle/>
        <a:p>
          <a:pPr>
            <a:lnSpc>
              <a:spcPct val="100000"/>
            </a:lnSpc>
          </a:pPr>
          <a:r>
            <a:rPr lang="en-GB"/>
            <a:t>What is likely to happen?</a:t>
          </a:r>
          <a:endParaRPr lang="en-US"/>
        </a:p>
      </dgm:t>
    </dgm:pt>
    <dgm:pt modelId="{0CEE91DF-5475-4D34-BB77-D1BD09D119CB}" type="parTrans" cxnId="{FCD80AA3-A162-42C3-BD4E-10B046F1EC8F}">
      <dgm:prSet/>
      <dgm:spPr/>
      <dgm:t>
        <a:bodyPr/>
        <a:lstStyle/>
        <a:p>
          <a:endParaRPr lang="en-US"/>
        </a:p>
      </dgm:t>
    </dgm:pt>
    <dgm:pt modelId="{D50F909D-B1A2-4D59-AF8A-4C59330DC506}" type="sibTrans" cxnId="{FCD80AA3-A162-42C3-BD4E-10B046F1EC8F}">
      <dgm:prSet/>
      <dgm:spPr/>
      <dgm:t>
        <a:bodyPr/>
        <a:lstStyle/>
        <a:p>
          <a:endParaRPr lang="en-US"/>
        </a:p>
      </dgm:t>
    </dgm:pt>
    <dgm:pt modelId="{60FFA69C-7C61-4DA1-AD1E-3AA5351D8F7B}">
      <dgm:prSet/>
      <dgm:spPr/>
      <dgm:t>
        <a:bodyPr/>
        <a:lstStyle/>
        <a:p>
          <a:pPr>
            <a:lnSpc>
              <a:spcPct val="100000"/>
            </a:lnSpc>
            <a:defRPr b="1"/>
          </a:pPr>
          <a:r>
            <a:rPr lang="en-GB"/>
            <a:t>4. Prescriptive</a:t>
          </a:r>
          <a:endParaRPr lang="en-US"/>
        </a:p>
      </dgm:t>
    </dgm:pt>
    <dgm:pt modelId="{F7703B36-43F1-4FDD-9CC8-8BE666BA12DB}" type="parTrans" cxnId="{0FEE528B-D499-48FD-B7B0-186A736EB87F}">
      <dgm:prSet/>
      <dgm:spPr/>
      <dgm:t>
        <a:bodyPr/>
        <a:lstStyle/>
        <a:p>
          <a:endParaRPr lang="en-US"/>
        </a:p>
      </dgm:t>
    </dgm:pt>
    <dgm:pt modelId="{26831936-AA72-4136-92B5-044BA81B31BD}" type="sibTrans" cxnId="{0FEE528B-D499-48FD-B7B0-186A736EB87F}">
      <dgm:prSet/>
      <dgm:spPr/>
      <dgm:t>
        <a:bodyPr/>
        <a:lstStyle/>
        <a:p>
          <a:endParaRPr lang="en-US"/>
        </a:p>
      </dgm:t>
    </dgm:pt>
    <dgm:pt modelId="{D2FB5E07-4AE8-4A52-A529-EAF5514CCBF0}">
      <dgm:prSet/>
      <dgm:spPr/>
      <dgm:t>
        <a:bodyPr/>
        <a:lstStyle/>
        <a:p>
          <a:pPr>
            <a:lnSpc>
              <a:spcPct val="100000"/>
            </a:lnSpc>
          </a:pPr>
          <a:r>
            <a:rPr lang="en-GB"/>
            <a:t>What should we do about it?</a:t>
          </a:r>
          <a:endParaRPr lang="en-US"/>
        </a:p>
      </dgm:t>
    </dgm:pt>
    <dgm:pt modelId="{0E861B8B-27B2-4E4C-9D13-45B7E6978B81}" type="parTrans" cxnId="{BEE89AEF-8C6A-4222-867F-211FB33D3B2F}">
      <dgm:prSet/>
      <dgm:spPr/>
      <dgm:t>
        <a:bodyPr/>
        <a:lstStyle/>
        <a:p>
          <a:endParaRPr lang="en-US"/>
        </a:p>
      </dgm:t>
    </dgm:pt>
    <dgm:pt modelId="{F4542E72-ED74-4F26-A65A-2BCFEF551534}" type="sibTrans" cxnId="{BEE89AEF-8C6A-4222-867F-211FB33D3B2F}">
      <dgm:prSet/>
      <dgm:spPr/>
      <dgm:t>
        <a:bodyPr/>
        <a:lstStyle/>
        <a:p>
          <a:endParaRPr lang="en-US"/>
        </a:p>
      </dgm:t>
    </dgm:pt>
    <dgm:pt modelId="{6D871FBD-051F-44D1-B00F-6FBA349FEA21}" type="pres">
      <dgm:prSet presAssocID="{83BC92FE-39A7-43AA-B371-06FC86F327F9}" presName="root" presStyleCnt="0">
        <dgm:presLayoutVars>
          <dgm:dir/>
          <dgm:resizeHandles val="exact"/>
        </dgm:presLayoutVars>
      </dgm:prSet>
      <dgm:spPr/>
    </dgm:pt>
    <dgm:pt modelId="{39E77AD7-91C5-4D46-9BC8-CF6809AC7A23}" type="pres">
      <dgm:prSet presAssocID="{BF707721-8F8B-47D7-804D-3109819BE9E5}" presName="compNode" presStyleCnt="0"/>
      <dgm:spPr/>
    </dgm:pt>
    <dgm:pt modelId="{E4928810-BCC7-4F98-A356-F4FA46189ED3}" type="pres">
      <dgm:prSet presAssocID="{BF707721-8F8B-47D7-804D-3109819BE9E5}" presName="iconRect" presStyleLbl="node1" presStyleIdx="0" presStyleCnt="4" custLinFactNeighborX="-500"/>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ustomer Review"/>
        </a:ext>
      </dgm:extLst>
    </dgm:pt>
    <dgm:pt modelId="{01BDB177-DEDC-410D-AA8A-55B9A4315704}" type="pres">
      <dgm:prSet presAssocID="{BF707721-8F8B-47D7-804D-3109819BE9E5}" presName="iconSpace" presStyleCnt="0"/>
      <dgm:spPr/>
    </dgm:pt>
    <dgm:pt modelId="{8E6B3E7A-9238-4392-BD23-80F64B24C815}" type="pres">
      <dgm:prSet presAssocID="{BF707721-8F8B-47D7-804D-3109819BE9E5}" presName="parTx" presStyleLbl="revTx" presStyleIdx="0" presStyleCnt="8">
        <dgm:presLayoutVars>
          <dgm:chMax val="0"/>
          <dgm:chPref val="0"/>
        </dgm:presLayoutVars>
      </dgm:prSet>
      <dgm:spPr/>
    </dgm:pt>
    <dgm:pt modelId="{47E5C1E9-8383-481E-92CA-34243039DDD4}" type="pres">
      <dgm:prSet presAssocID="{BF707721-8F8B-47D7-804D-3109819BE9E5}" presName="txSpace" presStyleCnt="0"/>
      <dgm:spPr/>
    </dgm:pt>
    <dgm:pt modelId="{A745A52F-9E23-45EE-8F17-4DA17BE2B6CF}" type="pres">
      <dgm:prSet presAssocID="{BF707721-8F8B-47D7-804D-3109819BE9E5}" presName="desTx" presStyleLbl="revTx" presStyleIdx="1" presStyleCnt="8">
        <dgm:presLayoutVars/>
      </dgm:prSet>
      <dgm:spPr/>
    </dgm:pt>
    <dgm:pt modelId="{34250BE4-3296-42CC-9373-F6519E695556}" type="pres">
      <dgm:prSet presAssocID="{AD3A7166-8836-435B-B8AE-8C254DF1AADE}" presName="sibTrans" presStyleCnt="0"/>
      <dgm:spPr/>
    </dgm:pt>
    <dgm:pt modelId="{D0C5416B-BCCD-4943-A68B-BAA03102CA37}" type="pres">
      <dgm:prSet presAssocID="{136F4BFD-0582-4579-82A5-A95C73D55870}" presName="compNode" presStyleCnt="0"/>
      <dgm:spPr/>
    </dgm:pt>
    <dgm:pt modelId="{E4CCD96E-359E-4AA4-B588-048619C54F92}" type="pres">
      <dgm:prSet presAssocID="{136F4BFD-0582-4579-82A5-A95C73D55870}"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 mark"/>
        </a:ext>
      </dgm:extLst>
    </dgm:pt>
    <dgm:pt modelId="{91DF6E32-7FF9-4D0B-8C00-DF1D4138C330}" type="pres">
      <dgm:prSet presAssocID="{136F4BFD-0582-4579-82A5-A95C73D55870}" presName="iconSpace" presStyleCnt="0"/>
      <dgm:spPr/>
    </dgm:pt>
    <dgm:pt modelId="{CAE12482-5CF7-471D-81B3-93E1D402E333}" type="pres">
      <dgm:prSet presAssocID="{136F4BFD-0582-4579-82A5-A95C73D55870}" presName="parTx" presStyleLbl="revTx" presStyleIdx="2" presStyleCnt="8">
        <dgm:presLayoutVars>
          <dgm:chMax val="0"/>
          <dgm:chPref val="0"/>
        </dgm:presLayoutVars>
      </dgm:prSet>
      <dgm:spPr/>
    </dgm:pt>
    <dgm:pt modelId="{1EFD1EB2-FA81-4FA8-9196-9D983B07D33D}" type="pres">
      <dgm:prSet presAssocID="{136F4BFD-0582-4579-82A5-A95C73D55870}" presName="txSpace" presStyleCnt="0"/>
      <dgm:spPr/>
    </dgm:pt>
    <dgm:pt modelId="{DF164D61-735C-4C87-8347-8B99FE586313}" type="pres">
      <dgm:prSet presAssocID="{136F4BFD-0582-4579-82A5-A95C73D55870}" presName="desTx" presStyleLbl="revTx" presStyleIdx="3" presStyleCnt="8">
        <dgm:presLayoutVars/>
      </dgm:prSet>
      <dgm:spPr/>
    </dgm:pt>
    <dgm:pt modelId="{87346C0F-81A6-42B5-B781-B793D5482864}" type="pres">
      <dgm:prSet presAssocID="{A648417D-217C-434C-9334-E0774764047B}" presName="sibTrans" presStyleCnt="0"/>
      <dgm:spPr/>
    </dgm:pt>
    <dgm:pt modelId="{0716210E-F8B6-4C61-B850-54652405DE05}" type="pres">
      <dgm:prSet presAssocID="{D02B5C5A-D5CF-4981-88F1-9872057F386D}" presName="compNode" presStyleCnt="0"/>
      <dgm:spPr/>
    </dgm:pt>
    <dgm:pt modelId="{666A0142-3994-4944-9021-255BBA065A0C}" type="pres">
      <dgm:prSet presAssocID="{D02B5C5A-D5CF-4981-88F1-9872057F386D}"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ice"/>
        </a:ext>
      </dgm:extLst>
    </dgm:pt>
    <dgm:pt modelId="{3FCEF46A-B042-495E-8C45-25640ADB92BE}" type="pres">
      <dgm:prSet presAssocID="{D02B5C5A-D5CF-4981-88F1-9872057F386D}" presName="iconSpace" presStyleCnt="0"/>
      <dgm:spPr/>
    </dgm:pt>
    <dgm:pt modelId="{336AF011-C230-4B81-BC26-BF1B3B4EA562}" type="pres">
      <dgm:prSet presAssocID="{D02B5C5A-D5CF-4981-88F1-9872057F386D}" presName="parTx" presStyleLbl="revTx" presStyleIdx="4" presStyleCnt="8">
        <dgm:presLayoutVars>
          <dgm:chMax val="0"/>
          <dgm:chPref val="0"/>
        </dgm:presLayoutVars>
      </dgm:prSet>
      <dgm:spPr/>
    </dgm:pt>
    <dgm:pt modelId="{61DEFD93-FCFF-4DDA-86C5-8A382E4DFBC5}" type="pres">
      <dgm:prSet presAssocID="{D02B5C5A-D5CF-4981-88F1-9872057F386D}" presName="txSpace" presStyleCnt="0"/>
      <dgm:spPr/>
    </dgm:pt>
    <dgm:pt modelId="{BC429B17-4FF9-4CFE-A522-B522D9FDB460}" type="pres">
      <dgm:prSet presAssocID="{D02B5C5A-D5CF-4981-88F1-9872057F386D}" presName="desTx" presStyleLbl="revTx" presStyleIdx="5" presStyleCnt="8">
        <dgm:presLayoutVars/>
      </dgm:prSet>
      <dgm:spPr/>
    </dgm:pt>
    <dgm:pt modelId="{6491C7AE-4ACD-4A46-AF45-29C36013C418}" type="pres">
      <dgm:prSet presAssocID="{E8926A1D-43E6-4A00-9FAA-64901C7B3941}" presName="sibTrans" presStyleCnt="0"/>
      <dgm:spPr/>
    </dgm:pt>
    <dgm:pt modelId="{FB2B048C-C5E8-4D16-9310-B1807DED3D42}" type="pres">
      <dgm:prSet presAssocID="{60FFA69C-7C61-4DA1-AD1E-3AA5351D8F7B}" presName="compNode" presStyleCnt="0"/>
      <dgm:spPr/>
    </dgm:pt>
    <dgm:pt modelId="{3B74E4F1-1538-449B-978E-E9FFF5835B2B}" type="pres">
      <dgm:prSet presAssocID="{60FFA69C-7C61-4DA1-AD1E-3AA5351D8F7B}"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Venn Diagram"/>
        </a:ext>
      </dgm:extLst>
    </dgm:pt>
    <dgm:pt modelId="{63052B2B-EF66-4454-B27A-47B91830E209}" type="pres">
      <dgm:prSet presAssocID="{60FFA69C-7C61-4DA1-AD1E-3AA5351D8F7B}" presName="iconSpace" presStyleCnt="0"/>
      <dgm:spPr/>
    </dgm:pt>
    <dgm:pt modelId="{146C8532-5FED-4962-B4DE-1032849C3828}" type="pres">
      <dgm:prSet presAssocID="{60FFA69C-7C61-4DA1-AD1E-3AA5351D8F7B}" presName="parTx" presStyleLbl="revTx" presStyleIdx="6" presStyleCnt="8">
        <dgm:presLayoutVars>
          <dgm:chMax val="0"/>
          <dgm:chPref val="0"/>
        </dgm:presLayoutVars>
      </dgm:prSet>
      <dgm:spPr/>
    </dgm:pt>
    <dgm:pt modelId="{B31F5CE5-9315-4CD9-B103-ABA8AF8165A7}" type="pres">
      <dgm:prSet presAssocID="{60FFA69C-7C61-4DA1-AD1E-3AA5351D8F7B}" presName="txSpace" presStyleCnt="0"/>
      <dgm:spPr/>
    </dgm:pt>
    <dgm:pt modelId="{FDA8A98A-01BE-42F2-BDE9-E61C616C5813}" type="pres">
      <dgm:prSet presAssocID="{60FFA69C-7C61-4DA1-AD1E-3AA5351D8F7B}" presName="desTx" presStyleLbl="revTx" presStyleIdx="7" presStyleCnt="8">
        <dgm:presLayoutVars/>
      </dgm:prSet>
      <dgm:spPr/>
    </dgm:pt>
  </dgm:ptLst>
  <dgm:cxnLst>
    <dgm:cxn modelId="{790FDC00-E3FF-4B63-887A-8ACFB0540A48}" type="presOf" srcId="{136F4BFD-0582-4579-82A5-A95C73D55870}" destId="{CAE12482-5CF7-471D-81B3-93E1D402E333}" srcOrd="0" destOrd="0" presId="urn:microsoft.com/office/officeart/2018/2/layout/IconLabelDescriptionList"/>
    <dgm:cxn modelId="{A4A1FA4D-CC62-41D9-B89B-8C82D955DCA7}" type="presOf" srcId="{BF707721-8F8B-47D7-804D-3109819BE9E5}" destId="{8E6B3E7A-9238-4392-BD23-80F64B24C815}" srcOrd="0" destOrd="0" presId="urn:microsoft.com/office/officeart/2018/2/layout/IconLabelDescriptionList"/>
    <dgm:cxn modelId="{EB4A6A4F-8117-4111-8788-25BAA3A3086B}" type="presOf" srcId="{60FFA69C-7C61-4DA1-AD1E-3AA5351D8F7B}" destId="{146C8532-5FED-4962-B4DE-1032849C3828}" srcOrd="0" destOrd="0" presId="urn:microsoft.com/office/officeart/2018/2/layout/IconLabelDescriptionList"/>
    <dgm:cxn modelId="{1ADAC26C-C21D-4F5E-80D2-8F2BD6A07754}" type="presOf" srcId="{3902D11C-F772-4D98-AD43-68757266B871}" destId="{DF164D61-735C-4C87-8347-8B99FE586313}" srcOrd="0" destOrd="0" presId="urn:microsoft.com/office/officeart/2018/2/layout/IconLabelDescriptionList"/>
    <dgm:cxn modelId="{29660571-F26F-45B6-8E2C-167DA4BE26D0}" srcId="{136F4BFD-0582-4579-82A5-A95C73D55870}" destId="{3902D11C-F772-4D98-AD43-68757266B871}" srcOrd="0" destOrd="0" parTransId="{604A71A0-6B61-4D71-83AF-2F99DB02191E}" sibTransId="{90F04341-BC2E-414C-B73C-082CA4A032F2}"/>
    <dgm:cxn modelId="{3E5FE871-02BD-482D-BC2F-0212E6353F34}" type="presOf" srcId="{D02B5C5A-D5CF-4981-88F1-9872057F386D}" destId="{336AF011-C230-4B81-BC26-BF1B3B4EA562}" srcOrd="0" destOrd="0" presId="urn:microsoft.com/office/officeart/2018/2/layout/IconLabelDescriptionList"/>
    <dgm:cxn modelId="{B7533276-D027-4A08-AAC4-F4BA9C626469}" srcId="{83BC92FE-39A7-43AA-B371-06FC86F327F9}" destId="{BF707721-8F8B-47D7-804D-3109819BE9E5}" srcOrd="0" destOrd="0" parTransId="{0FC4F028-2679-4C1A-B02A-BBF2B9F63150}" sibTransId="{AD3A7166-8836-435B-B8AE-8C254DF1AADE}"/>
    <dgm:cxn modelId="{CB594185-3462-4788-9746-2E3AF6B2657E}" type="presOf" srcId="{5D7E3DDE-E800-40BB-8333-6FA2DC05CC7E}" destId="{BC429B17-4FF9-4CFE-A522-B522D9FDB460}" srcOrd="0" destOrd="0" presId="urn:microsoft.com/office/officeart/2018/2/layout/IconLabelDescriptionList"/>
    <dgm:cxn modelId="{070E2886-5A38-4F04-B146-077C50F2C998}" srcId="{BF707721-8F8B-47D7-804D-3109819BE9E5}" destId="{B926BFFD-0A0C-4EEB-8DDF-BEC101799EE4}" srcOrd="0" destOrd="0" parTransId="{384DE573-DE35-423E-ADF0-85DCBE7F93AC}" sibTransId="{8440D828-B4A6-4F66-BA98-5086977F3C49}"/>
    <dgm:cxn modelId="{0FEE528B-D499-48FD-B7B0-186A736EB87F}" srcId="{83BC92FE-39A7-43AA-B371-06FC86F327F9}" destId="{60FFA69C-7C61-4DA1-AD1E-3AA5351D8F7B}" srcOrd="3" destOrd="0" parTransId="{F7703B36-43F1-4FDD-9CC8-8BE666BA12DB}" sibTransId="{26831936-AA72-4136-92B5-044BA81B31BD}"/>
    <dgm:cxn modelId="{CD3D908F-F1F6-457A-94E9-93A5C91C8257}" type="presOf" srcId="{B926BFFD-0A0C-4EEB-8DDF-BEC101799EE4}" destId="{A745A52F-9E23-45EE-8F17-4DA17BE2B6CF}" srcOrd="0" destOrd="0" presId="urn:microsoft.com/office/officeart/2018/2/layout/IconLabelDescriptionList"/>
    <dgm:cxn modelId="{AC664A9E-E110-4A3B-8F8B-CE0C2EAA5D46}" type="presOf" srcId="{83BC92FE-39A7-43AA-B371-06FC86F327F9}" destId="{6D871FBD-051F-44D1-B00F-6FBA349FEA21}" srcOrd="0" destOrd="0" presId="urn:microsoft.com/office/officeart/2018/2/layout/IconLabelDescriptionList"/>
    <dgm:cxn modelId="{EA80F0A2-D621-404F-AC17-FF86954DC666}" srcId="{83BC92FE-39A7-43AA-B371-06FC86F327F9}" destId="{D02B5C5A-D5CF-4981-88F1-9872057F386D}" srcOrd="2" destOrd="0" parTransId="{28D3AB59-3A7D-4C16-AFF5-5CE3FB30E651}" sibTransId="{E8926A1D-43E6-4A00-9FAA-64901C7B3941}"/>
    <dgm:cxn modelId="{FCD80AA3-A162-42C3-BD4E-10B046F1EC8F}" srcId="{D02B5C5A-D5CF-4981-88F1-9872057F386D}" destId="{5D7E3DDE-E800-40BB-8333-6FA2DC05CC7E}" srcOrd="0" destOrd="0" parTransId="{0CEE91DF-5475-4D34-BB77-D1BD09D119CB}" sibTransId="{D50F909D-B1A2-4D59-AF8A-4C59330DC506}"/>
    <dgm:cxn modelId="{E62F4FD4-71A7-44CA-9422-49F00DCFAD4F}" srcId="{83BC92FE-39A7-43AA-B371-06FC86F327F9}" destId="{136F4BFD-0582-4579-82A5-A95C73D55870}" srcOrd="1" destOrd="0" parTransId="{C67336CF-F313-49B9-A40A-B41BFDE55BC3}" sibTransId="{A648417D-217C-434C-9334-E0774764047B}"/>
    <dgm:cxn modelId="{0D2EE2E9-11FF-4CDC-A2D5-8F236743A8AA}" type="presOf" srcId="{D2FB5E07-4AE8-4A52-A529-EAF5514CCBF0}" destId="{FDA8A98A-01BE-42F2-BDE9-E61C616C5813}" srcOrd="0" destOrd="0" presId="urn:microsoft.com/office/officeart/2018/2/layout/IconLabelDescriptionList"/>
    <dgm:cxn modelId="{BEE89AEF-8C6A-4222-867F-211FB33D3B2F}" srcId="{60FFA69C-7C61-4DA1-AD1E-3AA5351D8F7B}" destId="{D2FB5E07-4AE8-4A52-A529-EAF5514CCBF0}" srcOrd="0" destOrd="0" parTransId="{0E861B8B-27B2-4E4C-9D13-45B7E6978B81}" sibTransId="{F4542E72-ED74-4F26-A65A-2BCFEF551534}"/>
    <dgm:cxn modelId="{5A210101-2428-4748-9B7C-F01CC61E2D8D}" type="presParOf" srcId="{6D871FBD-051F-44D1-B00F-6FBA349FEA21}" destId="{39E77AD7-91C5-4D46-9BC8-CF6809AC7A23}" srcOrd="0" destOrd="0" presId="urn:microsoft.com/office/officeart/2018/2/layout/IconLabelDescriptionList"/>
    <dgm:cxn modelId="{A6692499-9E2D-4AA0-ACAD-EEBE32EDF7D1}" type="presParOf" srcId="{39E77AD7-91C5-4D46-9BC8-CF6809AC7A23}" destId="{E4928810-BCC7-4F98-A356-F4FA46189ED3}" srcOrd="0" destOrd="0" presId="urn:microsoft.com/office/officeart/2018/2/layout/IconLabelDescriptionList"/>
    <dgm:cxn modelId="{6BC281F6-4181-4E26-AEC5-8B0DCEEE2CF9}" type="presParOf" srcId="{39E77AD7-91C5-4D46-9BC8-CF6809AC7A23}" destId="{01BDB177-DEDC-410D-AA8A-55B9A4315704}" srcOrd="1" destOrd="0" presId="urn:microsoft.com/office/officeart/2018/2/layout/IconLabelDescriptionList"/>
    <dgm:cxn modelId="{ACA90FB5-3C18-4458-A604-4F4FF4A28E31}" type="presParOf" srcId="{39E77AD7-91C5-4D46-9BC8-CF6809AC7A23}" destId="{8E6B3E7A-9238-4392-BD23-80F64B24C815}" srcOrd="2" destOrd="0" presId="urn:microsoft.com/office/officeart/2018/2/layout/IconLabelDescriptionList"/>
    <dgm:cxn modelId="{B83B1686-8091-4ACC-BBC2-BE2982AC4B78}" type="presParOf" srcId="{39E77AD7-91C5-4D46-9BC8-CF6809AC7A23}" destId="{47E5C1E9-8383-481E-92CA-34243039DDD4}" srcOrd="3" destOrd="0" presId="urn:microsoft.com/office/officeart/2018/2/layout/IconLabelDescriptionList"/>
    <dgm:cxn modelId="{1498D413-0DD9-453E-9092-1D080AAA8455}" type="presParOf" srcId="{39E77AD7-91C5-4D46-9BC8-CF6809AC7A23}" destId="{A745A52F-9E23-45EE-8F17-4DA17BE2B6CF}" srcOrd="4" destOrd="0" presId="urn:microsoft.com/office/officeart/2018/2/layout/IconLabelDescriptionList"/>
    <dgm:cxn modelId="{91932EBE-21BB-483F-BA4A-0A3500441470}" type="presParOf" srcId="{6D871FBD-051F-44D1-B00F-6FBA349FEA21}" destId="{34250BE4-3296-42CC-9373-F6519E695556}" srcOrd="1" destOrd="0" presId="urn:microsoft.com/office/officeart/2018/2/layout/IconLabelDescriptionList"/>
    <dgm:cxn modelId="{3B7A05A4-8225-4263-A57A-DC12855BE69D}" type="presParOf" srcId="{6D871FBD-051F-44D1-B00F-6FBA349FEA21}" destId="{D0C5416B-BCCD-4943-A68B-BAA03102CA37}" srcOrd="2" destOrd="0" presId="urn:microsoft.com/office/officeart/2018/2/layout/IconLabelDescriptionList"/>
    <dgm:cxn modelId="{5F7A82B8-3135-468C-BDD9-EACBAA60DC48}" type="presParOf" srcId="{D0C5416B-BCCD-4943-A68B-BAA03102CA37}" destId="{E4CCD96E-359E-4AA4-B588-048619C54F92}" srcOrd="0" destOrd="0" presId="urn:microsoft.com/office/officeart/2018/2/layout/IconLabelDescriptionList"/>
    <dgm:cxn modelId="{FD2FD98B-4A49-414B-8224-8EB09D9D1AD3}" type="presParOf" srcId="{D0C5416B-BCCD-4943-A68B-BAA03102CA37}" destId="{91DF6E32-7FF9-4D0B-8C00-DF1D4138C330}" srcOrd="1" destOrd="0" presId="urn:microsoft.com/office/officeart/2018/2/layout/IconLabelDescriptionList"/>
    <dgm:cxn modelId="{B570D716-47C2-4334-B4C4-1379BF03C009}" type="presParOf" srcId="{D0C5416B-BCCD-4943-A68B-BAA03102CA37}" destId="{CAE12482-5CF7-471D-81B3-93E1D402E333}" srcOrd="2" destOrd="0" presId="urn:microsoft.com/office/officeart/2018/2/layout/IconLabelDescriptionList"/>
    <dgm:cxn modelId="{F0B3E5C7-48A9-4E7F-8E16-F90C2E41B229}" type="presParOf" srcId="{D0C5416B-BCCD-4943-A68B-BAA03102CA37}" destId="{1EFD1EB2-FA81-4FA8-9196-9D983B07D33D}" srcOrd="3" destOrd="0" presId="urn:microsoft.com/office/officeart/2018/2/layout/IconLabelDescriptionList"/>
    <dgm:cxn modelId="{43E2B326-5AC8-48E4-A365-CF332ED94CB7}" type="presParOf" srcId="{D0C5416B-BCCD-4943-A68B-BAA03102CA37}" destId="{DF164D61-735C-4C87-8347-8B99FE586313}" srcOrd="4" destOrd="0" presId="urn:microsoft.com/office/officeart/2018/2/layout/IconLabelDescriptionList"/>
    <dgm:cxn modelId="{71228B75-5A14-4431-A997-62644AC50B46}" type="presParOf" srcId="{6D871FBD-051F-44D1-B00F-6FBA349FEA21}" destId="{87346C0F-81A6-42B5-B781-B793D5482864}" srcOrd="3" destOrd="0" presId="urn:microsoft.com/office/officeart/2018/2/layout/IconLabelDescriptionList"/>
    <dgm:cxn modelId="{D94326D5-3F34-4BC3-99E2-8C9BA353C343}" type="presParOf" srcId="{6D871FBD-051F-44D1-B00F-6FBA349FEA21}" destId="{0716210E-F8B6-4C61-B850-54652405DE05}" srcOrd="4" destOrd="0" presId="urn:microsoft.com/office/officeart/2018/2/layout/IconLabelDescriptionList"/>
    <dgm:cxn modelId="{102B466B-3E04-4D2B-9017-C89508287AD1}" type="presParOf" srcId="{0716210E-F8B6-4C61-B850-54652405DE05}" destId="{666A0142-3994-4944-9021-255BBA065A0C}" srcOrd="0" destOrd="0" presId="urn:microsoft.com/office/officeart/2018/2/layout/IconLabelDescriptionList"/>
    <dgm:cxn modelId="{27145EAF-93CA-4ADE-84AC-22A80FAF913B}" type="presParOf" srcId="{0716210E-F8B6-4C61-B850-54652405DE05}" destId="{3FCEF46A-B042-495E-8C45-25640ADB92BE}" srcOrd="1" destOrd="0" presId="urn:microsoft.com/office/officeart/2018/2/layout/IconLabelDescriptionList"/>
    <dgm:cxn modelId="{327C89F1-DD04-4D54-B8F2-D6CBAEA328F2}" type="presParOf" srcId="{0716210E-F8B6-4C61-B850-54652405DE05}" destId="{336AF011-C230-4B81-BC26-BF1B3B4EA562}" srcOrd="2" destOrd="0" presId="urn:microsoft.com/office/officeart/2018/2/layout/IconLabelDescriptionList"/>
    <dgm:cxn modelId="{9DB92405-B1D5-4014-A33D-FBC193CC2066}" type="presParOf" srcId="{0716210E-F8B6-4C61-B850-54652405DE05}" destId="{61DEFD93-FCFF-4DDA-86C5-8A382E4DFBC5}" srcOrd="3" destOrd="0" presId="urn:microsoft.com/office/officeart/2018/2/layout/IconLabelDescriptionList"/>
    <dgm:cxn modelId="{76457AEA-1F3C-4595-B9FE-E1D628DF2E42}" type="presParOf" srcId="{0716210E-F8B6-4C61-B850-54652405DE05}" destId="{BC429B17-4FF9-4CFE-A522-B522D9FDB460}" srcOrd="4" destOrd="0" presId="urn:microsoft.com/office/officeart/2018/2/layout/IconLabelDescriptionList"/>
    <dgm:cxn modelId="{91072E67-FA61-4A76-98C7-0692E6462604}" type="presParOf" srcId="{6D871FBD-051F-44D1-B00F-6FBA349FEA21}" destId="{6491C7AE-4ACD-4A46-AF45-29C36013C418}" srcOrd="5" destOrd="0" presId="urn:microsoft.com/office/officeart/2018/2/layout/IconLabelDescriptionList"/>
    <dgm:cxn modelId="{F8E19062-B512-4AF9-BA00-ED2EC0EA9FD5}" type="presParOf" srcId="{6D871FBD-051F-44D1-B00F-6FBA349FEA21}" destId="{FB2B048C-C5E8-4D16-9310-B1807DED3D42}" srcOrd="6" destOrd="0" presId="urn:microsoft.com/office/officeart/2018/2/layout/IconLabelDescriptionList"/>
    <dgm:cxn modelId="{4CDBD21E-D432-49AD-94D5-50F9390223CB}" type="presParOf" srcId="{FB2B048C-C5E8-4D16-9310-B1807DED3D42}" destId="{3B74E4F1-1538-449B-978E-E9FFF5835B2B}" srcOrd="0" destOrd="0" presId="urn:microsoft.com/office/officeart/2018/2/layout/IconLabelDescriptionList"/>
    <dgm:cxn modelId="{A75D244A-8BD2-4300-8F3D-C927C1182D2F}" type="presParOf" srcId="{FB2B048C-C5E8-4D16-9310-B1807DED3D42}" destId="{63052B2B-EF66-4454-B27A-47B91830E209}" srcOrd="1" destOrd="0" presId="urn:microsoft.com/office/officeart/2018/2/layout/IconLabelDescriptionList"/>
    <dgm:cxn modelId="{1ED5FC35-CE64-4102-A33F-3010B3025CD3}" type="presParOf" srcId="{FB2B048C-C5E8-4D16-9310-B1807DED3D42}" destId="{146C8532-5FED-4962-B4DE-1032849C3828}" srcOrd="2" destOrd="0" presId="urn:microsoft.com/office/officeart/2018/2/layout/IconLabelDescriptionList"/>
    <dgm:cxn modelId="{B35B5942-C9F6-4CDA-9744-A58C4B6428DC}" type="presParOf" srcId="{FB2B048C-C5E8-4D16-9310-B1807DED3D42}" destId="{B31F5CE5-9315-4CD9-B103-ABA8AF8165A7}" srcOrd="3" destOrd="0" presId="urn:microsoft.com/office/officeart/2018/2/layout/IconLabelDescriptionList"/>
    <dgm:cxn modelId="{BFD92C6F-DCB6-413E-BE77-CAD24C90762E}" type="presParOf" srcId="{FB2B048C-C5E8-4D16-9310-B1807DED3D42}" destId="{FDA8A98A-01BE-42F2-BDE9-E61C616C5813}"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EB794-E1E8-45CB-B56A-E1BEF5BF397D}">
      <dsp:nvSpPr>
        <dsp:cNvPr id="0" name=""/>
        <dsp:cNvSpPr/>
      </dsp:nvSpPr>
      <dsp:spPr>
        <a:xfrm>
          <a:off x="1061437" y="472477"/>
          <a:ext cx="1141382" cy="1141382"/>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3C1CDD-357C-458D-8788-A42EEB8EFB3D}">
      <dsp:nvSpPr>
        <dsp:cNvPr id="0" name=""/>
        <dsp:cNvSpPr/>
      </dsp:nvSpPr>
      <dsp:spPr>
        <a:xfrm>
          <a:off x="1582" y="1713204"/>
          <a:ext cx="3261093" cy="626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GB" sz="2000" kern="1200" dirty="0"/>
            <a:t>Scouting &amp; Talent Evaluation</a:t>
          </a:r>
          <a:endParaRPr lang="en-US" sz="2000" kern="1200" dirty="0"/>
        </a:p>
      </dsp:txBody>
      <dsp:txXfrm>
        <a:off x="1582" y="1713204"/>
        <a:ext cx="3261093" cy="626741"/>
      </dsp:txXfrm>
    </dsp:sp>
    <dsp:sp modelId="{B0C7D408-00F6-410C-8935-8E4506F76249}">
      <dsp:nvSpPr>
        <dsp:cNvPr id="0" name=""/>
        <dsp:cNvSpPr/>
      </dsp:nvSpPr>
      <dsp:spPr>
        <a:xfrm>
          <a:off x="1582" y="2386152"/>
          <a:ext cx="3261093" cy="396657"/>
        </a:xfrm>
        <a:prstGeom prst="rect">
          <a:avLst/>
        </a:prstGeom>
        <a:noFill/>
        <a:ln>
          <a:noFill/>
        </a:ln>
        <a:effectLst/>
      </dsp:spPr>
      <dsp:style>
        <a:lnRef idx="0">
          <a:scrgbClr r="0" g="0" b="0"/>
        </a:lnRef>
        <a:fillRef idx="0">
          <a:scrgbClr r="0" g="0" b="0"/>
        </a:fillRef>
        <a:effectRef idx="0">
          <a:scrgbClr r="0" g="0" b="0"/>
        </a:effectRef>
        <a:fontRef idx="minor"/>
      </dsp:style>
    </dsp:sp>
    <dsp:sp modelId="{A431BDFC-AEE0-4655-9C58-0D3278EDB5F8}">
      <dsp:nvSpPr>
        <dsp:cNvPr id="0" name=""/>
        <dsp:cNvSpPr/>
      </dsp:nvSpPr>
      <dsp:spPr>
        <a:xfrm>
          <a:off x="4893223" y="472477"/>
          <a:ext cx="1141382" cy="1141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2D6505-5A04-4327-86E1-02382CB34F7E}">
      <dsp:nvSpPr>
        <dsp:cNvPr id="0" name=""/>
        <dsp:cNvSpPr/>
      </dsp:nvSpPr>
      <dsp:spPr>
        <a:xfrm>
          <a:off x="3833367" y="1713204"/>
          <a:ext cx="3261093" cy="626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GB" sz="2000" kern="1200" dirty="0"/>
            <a:t>Athlete Tracking (Physical &amp; Spatial)</a:t>
          </a:r>
          <a:endParaRPr lang="en-US" sz="2000" kern="1200" dirty="0"/>
        </a:p>
      </dsp:txBody>
      <dsp:txXfrm>
        <a:off x="3833367" y="1713204"/>
        <a:ext cx="3261093" cy="626741"/>
      </dsp:txXfrm>
    </dsp:sp>
    <dsp:sp modelId="{66D4A7D1-E564-4186-ADB0-C697680BC561}">
      <dsp:nvSpPr>
        <dsp:cNvPr id="0" name=""/>
        <dsp:cNvSpPr/>
      </dsp:nvSpPr>
      <dsp:spPr>
        <a:xfrm>
          <a:off x="3833367" y="2386152"/>
          <a:ext cx="3261093" cy="396657"/>
        </a:xfrm>
        <a:prstGeom prst="rect">
          <a:avLst/>
        </a:prstGeom>
        <a:noFill/>
        <a:ln>
          <a:noFill/>
        </a:ln>
        <a:effectLst/>
      </dsp:spPr>
      <dsp:style>
        <a:lnRef idx="0">
          <a:scrgbClr r="0" g="0" b="0"/>
        </a:lnRef>
        <a:fillRef idx="0">
          <a:scrgbClr r="0" g="0" b="0"/>
        </a:fillRef>
        <a:effectRef idx="0">
          <a:scrgbClr r="0" g="0" b="0"/>
        </a:effectRef>
        <a:fontRef idx="minor"/>
      </dsp:style>
    </dsp:sp>
    <dsp:sp modelId="{807C542B-62FB-4F2C-B6F2-73FA2E2B251A}">
      <dsp:nvSpPr>
        <dsp:cNvPr id="0" name=""/>
        <dsp:cNvSpPr/>
      </dsp:nvSpPr>
      <dsp:spPr>
        <a:xfrm>
          <a:off x="8725008" y="472477"/>
          <a:ext cx="1141382" cy="114138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0F3C3D-DDE2-4474-ADB3-A2AA4A868D0E}">
      <dsp:nvSpPr>
        <dsp:cNvPr id="0" name=""/>
        <dsp:cNvSpPr/>
      </dsp:nvSpPr>
      <dsp:spPr>
        <a:xfrm>
          <a:off x="7665152" y="1713204"/>
          <a:ext cx="3261093" cy="6267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b="1"/>
          </a:pPr>
          <a:r>
            <a:rPr lang="en-GB" sz="2000" kern="1200" dirty="0"/>
            <a:t>Strategy &amp; Tactical Optimization</a:t>
          </a:r>
          <a:endParaRPr lang="en-US" sz="2000" kern="1200" dirty="0"/>
        </a:p>
      </dsp:txBody>
      <dsp:txXfrm>
        <a:off x="7665152" y="1713204"/>
        <a:ext cx="3261093" cy="626741"/>
      </dsp:txXfrm>
    </dsp:sp>
    <dsp:sp modelId="{EBBC1388-3B93-4130-A7B1-76FFBB48699A}">
      <dsp:nvSpPr>
        <dsp:cNvPr id="0" name=""/>
        <dsp:cNvSpPr/>
      </dsp:nvSpPr>
      <dsp:spPr>
        <a:xfrm>
          <a:off x="7665152" y="2386152"/>
          <a:ext cx="3261093" cy="396657"/>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EB794-E1E8-45CB-B56A-E1BEF5BF397D}">
      <dsp:nvSpPr>
        <dsp:cNvPr id="0" name=""/>
        <dsp:cNvSpPr/>
      </dsp:nvSpPr>
      <dsp:spPr>
        <a:xfrm>
          <a:off x="1065737" y="43542"/>
          <a:ext cx="1140268" cy="114026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3C1CDD-357C-458D-8788-A42EEB8EFB3D}">
      <dsp:nvSpPr>
        <dsp:cNvPr id="0" name=""/>
        <dsp:cNvSpPr/>
      </dsp:nvSpPr>
      <dsp:spPr>
        <a:xfrm>
          <a:off x="6916"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Scouting &amp; Talent Evaluation</a:t>
          </a:r>
          <a:endParaRPr lang="en-US" sz="2000" kern="1200" dirty="0"/>
        </a:p>
      </dsp:txBody>
      <dsp:txXfrm>
        <a:off x="6916" y="1320043"/>
        <a:ext cx="3257909" cy="565043"/>
      </dsp:txXfrm>
    </dsp:sp>
    <dsp:sp modelId="{B0C7D408-00F6-410C-8935-8E4506F76249}">
      <dsp:nvSpPr>
        <dsp:cNvPr id="0" name=""/>
        <dsp:cNvSpPr/>
      </dsp:nvSpPr>
      <dsp:spPr>
        <a:xfrm>
          <a:off x="6916"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Objective profiling, tracking performance trajectories, and building predictive models for athlete recruitment.</a:t>
          </a:r>
          <a:endParaRPr lang="en-US" sz="1800" kern="1200" dirty="0"/>
        </a:p>
      </dsp:txBody>
      <dsp:txXfrm>
        <a:off x="6916" y="1948451"/>
        <a:ext cx="3257909" cy="1263293"/>
      </dsp:txXfrm>
    </dsp:sp>
    <dsp:sp modelId="{A431BDFC-AEE0-4655-9C58-0D3278EDB5F8}">
      <dsp:nvSpPr>
        <dsp:cNvPr id="0" name=""/>
        <dsp:cNvSpPr/>
      </dsp:nvSpPr>
      <dsp:spPr>
        <a:xfrm>
          <a:off x="4893780" y="43542"/>
          <a:ext cx="1140268" cy="11402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2D6505-5A04-4327-86E1-02382CB34F7E}">
      <dsp:nvSpPr>
        <dsp:cNvPr id="0" name=""/>
        <dsp:cNvSpPr/>
      </dsp:nvSpPr>
      <dsp:spPr>
        <a:xfrm>
          <a:off x="3834959"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Athlete Tracking (Physical &amp; Spatial)</a:t>
          </a:r>
          <a:endParaRPr lang="en-US" sz="2000" kern="1200" dirty="0"/>
        </a:p>
      </dsp:txBody>
      <dsp:txXfrm>
        <a:off x="3834959" y="1320043"/>
        <a:ext cx="3257909" cy="565043"/>
      </dsp:txXfrm>
    </dsp:sp>
    <dsp:sp modelId="{66D4A7D1-E564-4186-ADB0-C697680BC561}">
      <dsp:nvSpPr>
        <dsp:cNvPr id="0" name=""/>
        <dsp:cNvSpPr/>
      </dsp:nvSpPr>
      <dsp:spPr>
        <a:xfrm>
          <a:off x="3834959"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Monitoring external load (distance, acceleration) and internal load (heart rate, RPE) to manage training stress and prevent injuries.</a:t>
          </a:r>
          <a:endParaRPr lang="en-US" sz="1800" kern="1200" dirty="0"/>
        </a:p>
      </dsp:txBody>
      <dsp:txXfrm>
        <a:off x="3834959" y="1948451"/>
        <a:ext cx="3257909" cy="1263293"/>
      </dsp:txXfrm>
    </dsp:sp>
    <dsp:sp modelId="{807C542B-62FB-4F2C-B6F2-73FA2E2B251A}">
      <dsp:nvSpPr>
        <dsp:cNvPr id="0" name=""/>
        <dsp:cNvSpPr/>
      </dsp:nvSpPr>
      <dsp:spPr>
        <a:xfrm>
          <a:off x="8721823" y="43542"/>
          <a:ext cx="1140268" cy="114026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0F3C3D-DDE2-4474-ADB3-A2AA4A868D0E}">
      <dsp:nvSpPr>
        <dsp:cNvPr id="0" name=""/>
        <dsp:cNvSpPr/>
      </dsp:nvSpPr>
      <dsp:spPr>
        <a:xfrm>
          <a:off x="7663003"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Strategy &amp; Tactical Optimization</a:t>
          </a:r>
          <a:endParaRPr lang="en-US" sz="2000" kern="1200" dirty="0"/>
        </a:p>
      </dsp:txBody>
      <dsp:txXfrm>
        <a:off x="7663003" y="1320043"/>
        <a:ext cx="3257909" cy="565043"/>
      </dsp:txXfrm>
    </dsp:sp>
    <dsp:sp modelId="{EBBC1388-3B93-4130-A7B1-76FFBB48699A}">
      <dsp:nvSpPr>
        <dsp:cNvPr id="0" name=""/>
        <dsp:cNvSpPr/>
      </dsp:nvSpPr>
      <dsp:spPr>
        <a:xfrm>
          <a:off x="7663003"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Leveraging situational probabilities and spatial efficiency to guide play-calling, defensive alignment, and game plans.</a:t>
          </a:r>
          <a:endParaRPr lang="en-US" sz="1800" kern="1200" dirty="0"/>
        </a:p>
      </dsp:txBody>
      <dsp:txXfrm>
        <a:off x="7663003" y="1948451"/>
        <a:ext cx="3257909" cy="12632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EB794-E1E8-45CB-B56A-E1BEF5BF397D}">
      <dsp:nvSpPr>
        <dsp:cNvPr id="0" name=""/>
        <dsp:cNvSpPr/>
      </dsp:nvSpPr>
      <dsp:spPr>
        <a:xfrm>
          <a:off x="1065737" y="43542"/>
          <a:ext cx="1140268" cy="114026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23C1CDD-357C-458D-8788-A42EEB8EFB3D}">
      <dsp:nvSpPr>
        <dsp:cNvPr id="0" name=""/>
        <dsp:cNvSpPr/>
      </dsp:nvSpPr>
      <dsp:spPr>
        <a:xfrm>
          <a:off x="6916"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Scouting &amp; Talent Evaluation</a:t>
          </a:r>
          <a:endParaRPr lang="en-US" sz="2000" kern="1200" dirty="0"/>
        </a:p>
      </dsp:txBody>
      <dsp:txXfrm>
        <a:off x="6916" y="1320043"/>
        <a:ext cx="3257909" cy="565043"/>
      </dsp:txXfrm>
    </dsp:sp>
    <dsp:sp modelId="{B0C7D408-00F6-410C-8935-8E4506F76249}">
      <dsp:nvSpPr>
        <dsp:cNvPr id="0" name=""/>
        <dsp:cNvSpPr/>
      </dsp:nvSpPr>
      <dsp:spPr>
        <a:xfrm>
          <a:off x="6916"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Objective profiling, tracking performance trajectories, and building predictive models for athlete recruitment.</a:t>
          </a:r>
          <a:endParaRPr lang="en-US" sz="1800" kern="1200" dirty="0"/>
        </a:p>
      </dsp:txBody>
      <dsp:txXfrm>
        <a:off x="6916" y="1948451"/>
        <a:ext cx="3257909" cy="1263293"/>
      </dsp:txXfrm>
    </dsp:sp>
    <dsp:sp modelId="{A431BDFC-AEE0-4655-9C58-0D3278EDB5F8}">
      <dsp:nvSpPr>
        <dsp:cNvPr id="0" name=""/>
        <dsp:cNvSpPr/>
      </dsp:nvSpPr>
      <dsp:spPr>
        <a:xfrm>
          <a:off x="4893780" y="43542"/>
          <a:ext cx="1140268" cy="114026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2D6505-5A04-4327-86E1-02382CB34F7E}">
      <dsp:nvSpPr>
        <dsp:cNvPr id="0" name=""/>
        <dsp:cNvSpPr/>
      </dsp:nvSpPr>
      <dsp:spPr>
        <a:xfrm>
          <a:off x="3834959"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Athlete Tracking (Physical &amp; Spatial)</a:t>
          </a:r>
          <a:endParaRPr lang="en-US" sz="2000" kern="1200" dirty="0"/>
        </a:p>
      </dsp:txBody>
      <dsp:txXfrm>
        <a:off x="3834959" y="1320043"/>
        <a:ext cx="3257909" cy="565043"/>
      </dsp:txXfrm>
    </dsp:sp>
    <dsp:sp modelId="{66D4A7D1-E564-4186-ADB0-C697680BC561}">
      <dsp:nvSpPr>
        <dsp:cNvPr id="0" name=""/>
        <dsp:cNvSpPr/>
      </dsp:nvSpPr>
      <dsp:spPr>
        <a:xfrm>
          <a:off x="3834959"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Monitoring external load (distance, acceleration) and internal load (heart rate, RPE) to manage training stress and prevent injuries.</a:t>
          </a:r>
          <a:endParaRPr lang="en-US" sz="1800" kern="1200" dirty="0"/>
        </a:p>
      </dsp:txBody>
      <dsp:txXfrm>
        <a:off x="3834959" y="1948451"/>
        <a:ext cx="3257909" cy="1263293"/>
      </dsp:txXfrm>
    </dsp:sp>
    <dsp:sp modelId="{807C542B-62FB-4F2C-B6F2-73FA2E2B251A}">
      <dsp:nvSpPr>
        <dsp:cNvPr id="0" name=""/>
        <dsp:cNvSpPr/>
      </dsp:nvSpPr>
      <dsp:spPr>
        <a:xfrm>
          <a:off x="8721823" y="43542"/>
          <a:ext cx="1140268" cy="114026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0F3C3D-DDE2-4474-ADB3-A2AA4A868D0E}">
      <dsp:nvSpPr>
        <dsp:cNvPr id="0" name=""/>
        <dsp:cNvSpPr/>
      </dsp:nvSpPr>
      <dsp:spPr>
        <a:xfrm>
          <a:off x="7663003" y="1320043"/>
          <a:ext cx="3257909" cy="5650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90000"/>
            </a:lnSpc>
            <a:spcBef>
              <a:spcPct val="0"/>
            </a:spcBef>
            <a:spcAft>
              <a:spcPct val="35000"/>
            </a:spcAft>
            <a:buNone/>
            <a:defRPr b="1"/>
          </a:pPr>
          <a:r>
            <a:rPr lang="en-GB" sz="2000" kern="1200" dirty="0"/>
            <a:t>Strategy &amp; Tactical Optimization</a:t>
          </a:r>
          <a:endParaRPr lang="en-US" sz="2000" kern="1200" dirty="0"/>
        </a:p>
      </dsp:txBody>
      <dsp:txXfrm>
        <a:off x="7663003" y="1320043"/>
        <a:ext cx="3257909" cy="565043"/>
      </dsp:txXfrm>
    </dsp:sp>
    <dsp:sp modelId="{EBBC1388-3B93-4130-A7B1-76FFBB48699A}">
      <dsp:nvSpPr>
        <dsp:cNvPr id="0" name=""/>
        <dsp:cNvSpPr/>
      </dsp:nvSpPr>
      <dsp:spPr>
        <a:xfrm>
          <a:off x="7663003" y="1948451"/>
          <a:ext cx="3257909" cy="12632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GB" sz="1800" kern="1200" dirty="0"/>
            <a:t>Leveraging situational probabilities and spatial efficiency to guide play-calling, defensive alignment, and game plans.</a:t>
          </a:r>
          <a:endParaRPr lang="en-US" sz="1800" kern="1200" dirty="0"/>
        </a:p>
      </dsp:txBody>
      <dsp:txXfrm>
        <a:off x="7663003" y="1948451"/>
        <a:ext cx="3257909" cy="126329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928810-BCC7-4F98-A356-F4FA46189ED3}">
      <dsp:nvSpPr>
        <dsp:cNvPr id="0" name=""/>
        <dsp:cNvSpPr/>
      </dsp:nvSpPr>
      <dsp:spPr>
        <a:xfrm>
          <a:off x="0" y="712772"/>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E6B3E7A-9238-4392-BD23-80F64B24C815}">
      <dsp:nvSpPr>
        <dsp:cNvPr id="0" name=""/>
        <dsp:cNvSpPr/>
      </dsp:nvSpPr>
      <dsp:spPr>
        <a:xfrm>
          <a:off x="4219" y="1637501"/>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kern="1200" dirty="0"/>
            <a:t>1. Descriptive</a:t>
          </a:r>
          <a:endParaRPr lang="en-US" sz="2300" kern="1200" dirty="0"/>
        </a:p>
      </dsp:txBody>
      <dsp:txXfrm>
        <a:off x="4219" y="1637501"/>
        <a:ext cx="2413125" cy="361968"/>
      </dsp:txXfrm>
    </dsp:sp>
    <dsp:sp modelId="{A745A52F-9E23-45EE-8F17-4DA17BE2B6CF}">
      <dsp:nvSpPr>
        <dsp:cNvPr id="0" name=""/>
        <dsp:cNvSpPr/>
      </dsp:nvSpPr>
      <dsp:spPr>
        <a:xfrm>
          <a:off x="4219" y="2036742"/>
          <a:ext cx="2413125" cy="53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dirty="0"/>
            <a:t>What happened?</a:t>
          </a:r>
          <a:endParaRPr lang="en-US" sz="1700" kern="1200" dirty="0"/>
        </a:p>
      </dsp:txBody>
      <dsp:txXfrm>
        <a:off x="4219" y="2036742"/>
        <a:ext cx="2413125" cy="539639"/>
      </dsp:txXfrm>
    </dsp:sp>
    <dsp:sp modelId="{E4CCD96E-359E-4AA4-B588-048619C54F92}">
      <dsp:nvSpPr>
        <dsp:cNvPr id="0" name=""/>
        <dsp:cNvSpPr/>
      </dsp:nvSpPr>
      <dsp:spPr>
        <a:xfrm>
          <a:off x="2839641" y="712772"/>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E12482-5CF7-471D-81B3-93E1D402E333}">
      <dsp:nvSpPr>
        <dsp:cNvPr id="0" name=""/>
        <dsp:cNvSpPr/>
      </dsp:nvSpPr>
      <dsp:spPr>
        <a:xfrm>
          <a:off x="2839641" y="1637501"/>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kern="1200"/>
            <a:t>2. Diagnostic</a:t>
          </a:r>
          <a:endParaRPr lang="en-US" sz="2300" kern="1200"/>
        </a:p>
      </dsp:txBody>
      <dsp:txXfrm>
        <a:off x="2839641" y="1637501"/>
        <a:ext cx="2413125" cy="361968"/>
      </dsp:txXfrm>
    </dsp:sp>
    <dsp:sp modelId="{DF164D61-735C-4C87-8347-8B99FE586313}">
      <dsp:nvSpPr>
        <dsp:cNvPr id="0" name=""/>
        <dsp:cNvSpPr/>
      </dsp:nvSpPr>
      <dsp:spPr>
        <a:xfrm>
          <a:off x="2839641" y="2036742"/>
          <a:ext cx="2413125" cy="53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dirty="0"/>
            <a:t>Why / how did it happen?</a:t>
          </a:r>
          <a:endParaRPr lang="en-US" sz="1700" kern="1200" dirty="0"/>
        </a:p>
      </dsp:txBody>
      <dsp:txXfrm>
        <a:off x="2839641" y="2036742"/>
        <a:ext cx="2413125" cy="539639"/>
      </dsp:txXfrm>
    </dsp:sp>
    <dsp:sp modelId="{666A0142-3994-4944-9021-255BBA065A0C}">
      <dsp:nvSpPr>
        <dsp:cNvPr id="0" name=""/>
        <dsp:cNvSpPr/>
      </dsp:nvSpPr>
      <dsp:spPr>
        <a:xfrm>
          <a:off x="5675062" y="712772"/>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6AF011-C230-4B81-BC26-BF1B3B4EA562}">
      <dsp:nvSpPr>
        <dsp:cNvPr id="0" name=""/>
        <dsp:cNvSpPr/>
      </dsp:nvSpPr>
      <dsp:spPr>
        <a:xfrm>
          <a:off x="5675062" y="1637501"/>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kern="1200"/>
            <a:t>3. Predictive </a:t>
          </a:r>
          <a:endParaRPr lang="en-US" sz="2300" kern="1200"/>
        </a:p>
      </dsp:txBody>
      <dsp:txXfrm>
        <a:off x="5675062" y="1637501"/>
        <a:ext cx="2413125" cy="361968"/>
      </dsp:txXfrm>
    </dsp:sp>
    <dsp:sp modelId="{BC429B17-4FF9-4CFE-A522-B522D9FDB460}">
      <dsp:nvSpPr>
        <dsp:cNvPr id="0" name=""/>
        <dsp:cNvSpPr/>
      </dsp:nvSpPr>
      <dsp:spPr>
        <a:xfrm>
          <a:off x="5675062" y="2036742"/>
          <a:ext cx="2413125" cy="53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a:t>What is likely to happen?</a:t>
          </a:r>
          <a:endParaRPr lang="en-US" sz="1700" kern="1200"/>
        </a:p>
      </dsp:txBody>
      <dsp:txXfrm>
        <a:off x="5675062" y="2036742"/>
        <a:ext cx="2413125" cy="539639"/>
      </dsp:txXfrm>
    </dsp:sp>
    <dsp:sp modelId="{3B74E4F1-1538-449B-978E-E9FFF5835B2B}">
      <dsp:nvSpPr>
        <dsp:cNvPr id="0" name=""/>
        <dsp:cNvSpPr/>
      </dsp:nvSpPr>
      <dsp:spPr>
        <a:xfrm>
          <a:off x="8510484" y="712772"/>
          <a:ext cx="844593" cy="84459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46C8532-5FED-4962-B4DE-1032849C3828}">
      <dsp:nvSpPr>
        <dsp:cNvPr id="0" name=""/>
        <dsp:cNvSpPr/>
      </dsp:nvSpPr>
      <dsp:spPr>
        <a:xfrm>
          <a:off x="8510484" y="1637501"/>
          <a:ext cx="2413125" cy="3619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22350">
            <a:lnSpc>
              <a:spcPct val="100000"/>
            </a:lnSpc>
            <a:spcBef>
              <a:spcPct val="0"/>
            </a:spcBef>
            <a:spcAft>
              <a:spcPct val="35000"/>
            </a:spcAft>
            <a:buNone/>
            <a:defRPr b="1"/>
          </a:pPr>
          <a:r>
            <a:rPr lang="en-GB" sz="2300" kern="1200"/>
            <a:t>4. Prescriptive</a:t>
          </a:r>
          <a:endParaRPr lang="en-US" sz="2300" kern="1200"/>
        </a:p>
      </dsp:txBody>
      <dsp:txXfrm>
        <a:off x="8510484" y="1637501"/>
        <a:ext cx="2413125" cy="361968"/>
      </dsp:txXfrm>
    </dsp:sp>
    <dsp:sp modelId="{FDA8A98A-01BE-42F2-BDE9-E61C616C5813}">
      <dsp:nvSpPr>
        <dsp:cNvPr id="0" name=""/>
        <dsp:cNvSpPr/>
      </dsp:nvSpPr>
      <dsp:spPr>
        <a:xfrm>
          <a:off x="8510484" y="2036742"/>
          <a:ext cx="2413125" cy="5396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100000"/>
            </a:lnSpc>
            <a:spcBef>
              <a:spcPct val="0"/>
            </a:spcBef>
            <a:spcAft>
              <a:spcPct val="35000"/>
            </a:spcAft>
            <a:buNone/>
          </a:pPr>
          <a:r>
            <a:rPr lang="en-GB" sz="1700" kern="1200"/>
            <a:t>What should we do about it?</a:t>
          </a:r>
          <a:endParaRPr lang="en-US" sz="1700" kern="1200"/>
        </a:p>
      </dsp:txBody>
      <dsp:txXfrm>
        <a:off x="8510484" y="2036742"/>
        <a:ext cx="2413125" cy="539639"/>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95A223-E7C9-A243-9A70-FE01E1A1DD65}" type="datetimeFigureOut">
              <a:rPr lang="en-US" smtClean="0"/>
              <a:t>8/18/26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7D17FD-8842-8E4F-8C3E-EC8B634B2D5A}" type="slidenum">
              <a:rPr lang="en-US" smtClean="0"/>
              <a:t>‹#›</a:t>
            </a:fld>
            <a:endParaRPr lang="en-US"/>
          </a:p>
        </p:txBody>
      </p:sp>
    </p:spTree>
    <p:extLst>
      <p:ext uri="{BB962C8B-B14F-4D97-AF65-F5344CB8AC3E}">
        <p14:creationId xmlns:p14="http://schemas.microsoft.com/office/powerpoint/2010/main" val="2003881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kern="1200" dirty="0">
                <a:solidFill>
                  <a:schemeClr val="tx1"/>
                </a:solidFill>
                <a:effectLst/>
                <a:latin typeface="+mn-lt"/>
                <a:ea typeface="+mn-ea"/>
                <a:cs typeface="+mn-cs"/>
              </a:rPr>
              <a:t>Overview of the three domains (Tracking, Scouting, Strategy) and how data changes sports decisions.</a:t>
            </a:r>
          </a:p>
          <a:p>
            <a:endParaRPr lang="en-US" dirty="0"/>
          </a:p>
        </p:txBody>
      </p:sp>
      <p:sp>
        <p:nvSpPr>
          <p:cNvPr id="4" name="Slide Number Placeholder 3"/>
          <p:cNvSpPr>
            <a:spLocks noGrp="1"/>
          </p:cNvSpPr>
          <p:nvPr>
            <p:ph type="sldNum" sz="quarter" idx="5"/>
          </p:nvPr>
        </p:nvSpPr>
        <p:spPr/>
        <p:txBody>
          <a:bodyPr/>
          <a:lstStyle/>
          <a:p>
            <a:fld id="{117D17FD-8842-8E4F-8C3E-EC8B634B2D5A}" type="slidenum">
              <a:rPr lang="en-US" smtClean="0"/>
              <a:t>1</a:t>
            </a:fld>
            <a:endParaRPr lang="en-US"/>
          </a:p>
        </p:txBody>
      </p:sp>
    </p:spTree>
    <p:extLst>
      <p:ext uri="{BB962C8B-B14F-4D97-AF65-F5344CB8AC3E}">
        <p14:creationId xmlns:p14="http://schemas.microsoft.com/office/powerpoint/2010/main" val="248245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t>
            </a:r>
          </a:p>
        </p:txBody>
      </p:sp>
      <p:sp>
        <p:nvSpPr>
          <p:cNvPr id="4" name="Slide Number Placeholder 3"/>
          <p:cNvSpPr>
            <a:spLocks noGrp="1"/>
          </p:cNvSpPr>
          <p:nvPr>
            <p:ph type="sldNum" sz="quarter" idx="5"/>
          </p:nvPr>
        </p:nvSpPr>
        <p:spPr/>
        <p:txBody>
          <a:bodyPr/>
          <a:lstStyle/>
          <a:p>
            <a:fld id="{117D17FD-8842-8E4F-8C3E-EC8B634B2D5A}" type="slidenum">
              <a:rPr lang="en-US" smtClean="0"/>
              <a:t>12</a:t>
            </a:fld>
            <a:endParaRPr lang="en-US"/>
          </a:p>
        </p:txBody>
      </p:sp>
    </p:spTree>
    <p:extLst>
      <p:ext uri="{BB962C8B-B14F-4D97-AF65-F5344CB8AC3E}">
        <p14:creationId xmlns:p14="http://schemas.microsoft.com/office/powerpoint/2010/main" val="492396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9824E-912C-DDF9-3D68-7365C0A880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9A5BD0-99D6-37BA-74FD-C644C27CA8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38432-4124-3B40-4588-C4080AD43971}"/>
              </a:ext>
            </a:extLst>
          </p:cNvPr>
          <p:cNvSpPr>
            <a:spLocks noGrp="1"/>
          </p:cNvSpPr>
          <p:nvPr>
            <p:ph type="body" idx="1"/>
          </p:nvPr>
        </p:nvSpPr>
        <p:spPr/>
        <p:txBody>
          <a:bodyPr/>
          <a:lstStyle/>
          <a:p>
            <a:r>
              <a:rPr lang="en-US" dirty="0"/>
              <a:t>EXPLAIN</a:t>
            </a:r>
          </a:p>
        </p:txBody>
      </p:sp>
      <p:sp>
        <p:nvSpPr>
          <p:cNvPr id="4" name="Slide Number Placeholder 3">
            <a:extLst>
              <a:ext uri="{FF2B5EF4-FFF2-40B4-BE49-F238E27FC236}">
                <a16:creationId xmlns:a16="http://schemas.microsoft.com/office/drawing/2014/main" id="{5C00A71E-B712-7EBC-E168-3A3405E9C4E4}"/>
              </a:ext>
            </a:extLst>
          </p:cNvPr>
          <p:cNvSpPr>
            <a:spLocks noGrp="1"/>
          </p:cNvSpPr>
          <p:nvPr>
            <p:ph type="sldNum" sz="quarter" idx="5"/>
          </p:nvPr>
        </p:nvSpPr>
        <p:spPr/>
        <p:txBody>
          <a:bodyPr/>
          <a:lstStyle/>
          <a:p>
            <a:fld id="{117D17FD-8842-8E4F-8C3E-EC8B634B2D5A}" type="slidenum">
              <a:rPr lang="en-US" smtClean="0"/>
              <a:t>13</a:t>
            </a:fld>
            <a:endParaRPr lang="en-US"/>
          </a:p>
        </p:txBody>
      </p:sp>
    </p:spTree>
    <p:extLst>
      <p:ext uri="{BB962C8B-B14F-4D97-AF65-F5344CB8AC3E}">
        <p14:creationId xmlns:p14="http://schemas.microsoft.com/office/powerpoint/2010/main" val="3599920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Sports analytics is not defined by how complicated the method is. It is defined by whether data are being used thoughtfully to understand a problem and support a decision. Sometimes that requires a predictive model. </a:t>
            </a:r>
            <a:r>
              <a:rPr lang="en-GB"/>
              <a:t>Often, it requires accurate reporting, appropriate context, and clear communication.</a:t>
            </a:r>
          </a:p>
          <a:p>
            <a:endParaRPr lang="en-US"/>
          </a:p>
        </p:txBody>
      </p:sp>
      <p:sp>
        <p:nvSpPr>
          <p:cNvPr id="4" name="Slide Number Placeholder 3"/>
          <p:cNvSpPr>
            <a:spLocks noGrp="1"/>
          </p:cNvSpPr>
          <p:nvPr>
            <p:ph type="sldNum" sz="quarter" idx="5"/>
          </p:nvPr>
        </p:nvSpPr>
        <p:spPr/>
        <p:txBody>
          <a:bodyPr/>
          <a:lstStyle/>
          <a:p>
            <a:fld id="{117D17FD-8842-8E4F-8C3E-EC8B634B2D5A}" type="slidenum">
              <a:rPr lang="en-US" smtClean="0"/>
              <a:t>26</a:t>
            </a:fld>
            <a:endParaRPr lang="en-US"/>
          </a:p>
        </p:txBody>
      </p:sp>
    </p:spTree>
    <p:extLst>
      <p:ext uri="{BB962C8B-B14F-4D97-AF65-F5344CB8AC3E}">
        <p14:creationId xmlns:p14="http://schemas.microsoft.com/office/powerpoint/2010/main" val="1782973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78C46-97B5-06A6-FCEF-1A1F72D6F7BD}"/>
              </a:ext>
            </a:extLst>
          </p:cNvPr>
          <p:cNvSpPr>
            <a:spLocks noGrp="1"/>
          </p:cNvSpPr>
          <p:nvPr>
            <p:ph type="ctrTitle"/>
          </p:nvPr>
        </p:nvSpPr>
        <p:spPr>
          <a:xfrm>
            <a:off x="838200" y="1122363"/>
            <a:ext cx="10515600" cy="2387600"/>
          </a:xfrm>
        </p:spPr>
        <p:txBody>
          <a:bodyPr anchor="b"/>
          <a:lstStyle>
            <a:lvl1pPr algn="l">
              <a:defRPr sz="6000"/>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DED3A6AC-3ACF-3E00-27EA-CDC21E0D0CE2}"/>
              </a:ext>
            </a:extLst>
          </p:cNvPr>
          <p:cNvSpPr>
            <a:spLocks noGrp="1"/>
          </p:cNvSpPr>
          <p:nvPr>
            <p:ph type="subTitle" idx="1"/>
          </p:nvPr>
        </p:nvSpPr>
        <p:spPr>
          <a:xfrm>
            <a:off x="838199" y="3602038"/>
            <a:ext cx="10515599"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E82D74E7-FB50-6453-FBC4-4FF2059E7DD6}"/>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D3DEC381-9EAC-65CA-E2D4-E9753C63FC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08E85E49-459E-7153-8DCA-00BFA12DD9A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5335308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44AAB-14A7-7BCA-3837-4F570792F39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33DB745-E89B-BA25-707B-D3F4B483C33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A29DF3-7131-344B-BE29-3470A6E4AD53}"/>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2E19C8A0-82E3-D43A-B433-03BD0E8A131B}"/>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9EC3461-EED3-DA55-3A67-403D2D4F603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590894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DEF06-5D11-579D-7B22-EDF525B072C0}"/>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C3F87EE-121E-981D-94B0-7DD81A76080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A509C7F-68AA-F83B-0CC2-643C7451C3B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5ABFDF23-F262-A143-3D94-2E03C5E8059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A01BCC86-AF79-D336-B20B-1E34423D79D2}"/>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6466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E23E6-4994-ADDB-53EF-33DAC620482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511385E-3FBA-00D8-820B-01457DE09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5C400107-976D-189B-D5B8-F3309A029F37}"/>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C8421288-007A-64D1-177C-EC493AB351E6}"/>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D18BDC7E-1ED0-A64E-B741-2BD6DCC161E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7110B18-79B2-CA9A-54E7-8E270EA6CAF9}"/>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1561133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BA0C-D408-C89D-A5A4-EE49BFEFE6E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5C15059-44C0-5CAB-DD62-331CAEACC2C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E8210DA-60F4-E204-139F-488557C3AC4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99C6D382-4432-4F54-9B2C-18EA1D3502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0DFF74-3B74-1F87-68E5-7C634623838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3D8442-0A79-241F-AD71-72BAE08747A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8" name="Footer Placeholder 7">
            <a:extLst>
              <a:ext uri="{FF2B5EF4-FFF2-40B4-BE49-F238E27FC236}">
                <a16:creationId xmlns:a16="http://schemas.microsoft.com/office/drawing/2014/main" id="{81BD044B-09B6-F478-2B54-1F15413514F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E5518B98-54E9-0248-CDC2-25F053D11E93}"/>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47729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98611-FF70-0739-AB12-3A0D4D68852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D6340F8-BFC2-15DC-7097-138E7417B933}"/>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4" name="Footer Placeholder 3">
            <a:extLst>
              <a:ext uri="{FF2B5EF4-FFF2-40B4-BE49-F238E27FC236}">
                <a16:creationId xmlns:a16="http://schemas.microsoft.com/office/drawing/2014/main" id="{0987FFF2-E8C5-FBDB-D95A-12987FF75CB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B02AAC0-7C6B-411F-8B27-54187B087820}"/>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18840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C24E59-43B1-B0E4-7BB5-449B4E620269}"/>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3" name="Footer Placeholder 2">
            <a:extLst>
              <a:ext uri="{FF2B5EF4-FFF2-40B4-BE49-F238E27FC236}">
                <a16:creationId xmlns:a16="http://schemas.microsoft.com/office/drawing/2014/main" id="{209DB2FC-A612-3F77-71B9-89F90F23EC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BE7EA5C7-5EFB-A99C-8686-6EB2C8FCFA5F}"/>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7151730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6815E-33A2-36BD-141A-20E6987BFB9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64EB718-3207-923E-BB2A-3A6A8B97CF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6D8BF2C-0530-D542-CEA1-66680DF2CF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91246F5-476E-F02E-8D52-52095AD76408}"/>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4ACCBF9F-FEBA-A17C-67EF-779BF698253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33091D5-A6B8-C1A9-58A4-732980B56A1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687346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F53C8-34AC-4EC3-9EF2-7646130C5F5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D95296B-D06F-EC13-3B4B-D0804D56AD1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C15AD4-D0C4-4B3F-01A9-C4EB16F15D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B85DC77-4EA3-68F2-C1B1-3B61F9D48ACD}"/>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6" name="Footer Placeholder 5">
            <a:extLst>
              <a:ext uri="{FF2B5EF4-FFF2-40B4-BE49-F238E27FC236}">
                <a16:creationId xmlns:a16="http://schemas.microsoft.com/office/drawing/2014/main" id="{5028E95B-5416-3489-B8F3-9294F9EAD56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7231B0D-A406-6B24-1768-98B5238CCD11}"/>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1774462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492E-5097-4D4A-B212-B9541B6D396F}"/>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D2B2462-C37E-9A16-D9B2-03FE3550DC7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765E3E0-2253-2E4B-C45D-9DD87541ECCF}"/>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A3E8D6ED-F324-5EA4-EBC1-32D8A8A80467}"/>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78926162-D880-6B17-AFBB-2555E585E2D8}"/>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3558128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7EF97A-4C14-3B96-B570-63221FE4263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061FCF3E-3E21-12E5-F093-CD2EBC62CD8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6EEB50E-0940-C414-1C80-43A1C4CBF31A}"/>
              </a:ext>
            </a:extLst>
          </p:cNvPr>
          <p:cNvSpPr>
            <a:spLocks noGrp="1"/>
          </p:cNvSpPr>
          <p:nvPr>
            <p:ph type="dt" sz="half" idx="10"/>
          </p:nvPr>
        </p:nvSpPr>
        <p:spPr/>
        <p:txBody>
          <a:bodyPr/>
          <a:lstStyle/>
          <a:p>
            <a:fld id="{1BF61C71-767E-B84C-BFB3-7B18856D27F4}" type="datetimeFigureOut">
              <a:rPr lang="en-US" smtClean="0"/>
              <a:t>8/18/26</a:t>
            </a:fld>
            <a:endParaRPr lang="en-US"/>
          </a:p>
        </p:txBody>
      </p:sp>
      <p:sp>
        <p:nvSpPr>
          <p:cNvPr id="5" name="Footer Placeholder 4">
            <a:extLst>
              <a:ext uri="{FF2B5EF4-FFF2-40B4-BE49-F238E27FC236}">
                <a16:creationId xmlns:a16="http://schemas.microsoft.com/office/drawing/2014/main" id="{01434562-A92B-8D3C-4A79-2489A997521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1247ADD3-AF08-2898-D3BF-4768616B38DE}"/>
              </a:ext>
            </a:extLst>
          </p:cNvPr>
          <p:cNvSpPr>
            <a:spLocks noGrp="1"/>
          </p:cNvSpPr>
          <p:nvPr>
            <p:ph type="sldNum" sz="quarter" idx="12"/>
          </p:nvPr>
        </p:nvSpPr>
        <p:spPr/>
        <p:txBody>
          <a:bodyPr/>
          <a:lstStyle/>
          <a:p>
            <a:fld id="{BBCCEFD2-39D4-B845-AAFB-DDCB27801685}" type="slidenum">
              <a:rPr lang="en-US" smtClean="0"/>
              <a:t>‹#›</a:t>
            </a:fld>
            <a:endParaRPr lang="en-US"/>
          </a:p>
        </p:txBody>
      </p:sp>
    </p:spTree>
    <p:extLst>
      <p:ext uri="{BB962C8B-B14F-4D97-AF65-F5344CB8AC3E}">
        <p14:creationId xmlns:p14="http://schemas.microsoft.com/office/powerpoint/2010/main" val="28915101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5C7E355-A6C3-ABB7-5FB3-07B7718D6981}"/>
              </a:ext>
            </a:extLst>
          </p:cNvPr>
          <p:cNvSpPr>
            <a:spLocks noGrp="1"/>
          </p:cNvSpPr>
          <p:nvPr>
            <p:ph type="title"/>
          </p:nvPr>
        </p:nvSpPr>
        <p:spPr>
          <a:xfrm>
            <a:off x="838200" y="365126"/>
            <a:ext cx="10515600" cy="912690"/>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73BE3536-C253-FE9A-75A8-6625508B8089}"/>
              </a:ext>
            </a:extLst>
          </p:cNvPr>
          <p:cNvSpPr>
            <a:spLocks noGrp="1"/>
          </p:cNvSpPr>
          <p:nvPr>
            <p:ph type="body" idx="1"/>
          </p:nvPr>
        </p:nvSpPr>
        <p:spPr>
          <a:xfrm>
            <a:off x="838200" y="1441938"/>
            <a:ext cx="10515600" cy="47350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727838E-35A9-F96A-354A-AE0FF3F8534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BF61C71-767E-B84C-BFB3-7B18856D27F4}" type="datetimeFigureOut">
              <a:rPr lang="en-US" smtClean="0"/>
              <a:t>8/18/26</a:t>
            </a:fld>
            <a:endParaRPr lang="en-US"/>
          </a:p>
        </p:txBody>
      </p:sp>
      <p:sp>
        <p:nvSpPr>
          <p:cNvPr id="6" name="Slide Number Placeholder 5">
            <a:extLst>
              <a:ext uri="{FF2B5EF4-FFF2-40B4-BE49-F238E27FC236}">
                <a16:creationId xmlns:a16="http://schemas.microsoft.com/office/drawing/2014/main" id="{8E6CBC5A-10F1-AA57-C7EC-9CDC8A53A5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BCCEFD2-39D4-B845-AAFB-DDCB27801685}" type="slidenum">
              <a:rPr lang="en-US" smtClean="0"/>
              <a:t>‹#›</a:t>
            </a:fld>
            <a:endParaRPr lang="en-US"/>
          </a:p>
        </p:txBody>
      </p:sp>
      <p:sp>
        <p:nvSpPr>
          <p:cNvPr id="7" name="Footer Placeholder 6">
            <a:extLst>
              <a:ext uri="{FF2B5EF4-FFF2-40B4-BE49-F238E27FC236}">
                <a16:creationId xmlns:a16="http://schemas.microsoft.com/office/drawing/2014/main" id="{2EEC1130-6658-3CAB-3F94-0FA0AAB8447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Tree>
    <p:extLst>
      <p:ext uri="{BB962C8B-B14F-4D97-AF65-F5344CB8AC3E}">
        <p14:creationId xmlns:p14="http://schemas.microsoft.com/office/powerpoint/2010/main" val="41232072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CDD"/>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270D-14C3-FED3-E83A-AD4E36EC7A85}"/>
              </a:ext>
            </a:extLst>
          </p:cNvPr>
          <p:cNvSpPr>
            <a:spLocks noGrp="1"/>
          </p:cNvSpPr>
          <p:nvPr>
            <p:ph type="ctrTitle"/>
          </p:nvPr>
        </p:nvSpPr>
        <p:spPr/>
        <p:txBody>
          <a:bodyPr>
            <a:normAutofit/>
          </a:bodyPr>
          <a:lstStyle/>
          <a:p>
            <a:r>
              <a:rPr lang="en-GB" b="1" dirty="0"/>
              <a:t>The Three Domains: Tracking, Scouting, and Strategy</a:t>
            </a:r>
          </a:p>
        </p:txBody>
      </p:sp>
      <p:sp>
        <p:nvSpPr>
          <p:cNvPr id="3" name="Subtitle 2">
            <a:extLst>
              <a:ext uri="{FF2B5EF4-FFF2-40B4-BE49-F238E27FC236}">
                <a16:creationId xmlns:a16="http://schemas.microsoft.com/office/drawing/2014/main" id="{FE03FB66-255C-9B0B-8F15-F85AACB34CEA}"/>
              </a:ext>
            </a:extLst>
          </p:cNvPr>
          <p:cNvSpPr>
            <a:spLocks noGrp="1"/>
          </p:cNvSpPr>
          <p:nvPr>
            <p:ph type="subTitle" idx="1"/>
          </p:nvPr>
        </p:nvSpPr>
        <p:spPr/>
        <p:txBody>
          <a:bodyPr/>
          <a:lstStyle/>
          <a:p>
            <a:r>
              <a:rPr lang="en-GB" dirty="0"/>
              <a:t>Saryu Onishi</a:t>
            </a:r>
          </a:p>
          <a:p>
            <a:r>
              <a:rPr lang="en-GB" dirty="0"/>
              <a:t>HES 3000-002, Sport Performance Analytics</a:t>
            </a:r>
          </a:p>
        </p:txBody>
      </p:sp>
    </p:spTree>
    <p:extLst>
      <p:ext uri="{BB962C8B-B14F-4D97-AF65-F5344CB8AC3E}">
        <p14:creationId xmlns:p14="http://schemas.microsoft.com/office/powerpoint/2010/main" val="329427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92A2B-5817-51A8-D2A2-29D0DEAEF021}"/>
              </a:ext>
            </a:extLst>
          </p:cNvPr>
          <p:cNvSpPr>
            <a:spLocks noGrp="1"/>
          </p:cNvSpPr>
          <p:nvPr>
            <p:ph type="title"/>
          </p:nvPr>
        </p:nvSpPr>
        <p:spPr/>
        <p:txBody>
          <a:bodyPr>
            <a:normAutofit/>
          </a:bodyPr>
          <a:lstStyle/>
          <a:p>
            <a:r>
              <a:rPr lang="en-GB" dirty="0"/>
              <a:t>Overview</a:t>
            </a:r>
            <a:endParaRPr lang="en-US" dirty="0"/>
          </a:p>
        </p:txBody>
      </p:sp>
      <p:sp>
        <p:nvSpPr>
          <p:cNvPr id="3" name="Content Placeholder 2">
            <a:extLst>
              <a:ext uri="{FF2B5EF4-FFF2-40B4-BE49-F238E27FC236}">
                <a16:creationId xmlns:a16="http://schemas.microsoft.com/office/drawing/2014/main" id="{01A1AA7A-7F93-5D7D-958E-1D9C62FF0B50}"/>
              </a:ext>
            </a:extLst>
          </p:cNvPr>
          <p:cNvSpPr>
            <a:spLocks noGrp="1"/>
          </p:cNvSpPr>
          <p:nvPr>
            <p:ph idx="1"/>
          </p:nvPr>
        </p:nvSpPr>
        <p:spPr/>
        <p:txBody>
          <a:bodyPr>
            <a:normAutofit/>
          </a:bodyPr>
          <a:lstStyle/>
          <a:p>
            <a:pPr lvl="0"/>
            <a:r>
              <a:rPr lang="en-GB" dirty="0"/>
              <a:t>Objective: Understand how each domain transforms raw data into competitive advantages and changes real-world sports decisions.</a:t>
            </a:r>
          </a:p>
        </p:txBody>
      </p:sp>
      <p:graphicFrame>
        <p:nvGraphicFramePr>
          <p:cNvPr id="4" name="Content Placeholder 2">
            <a:extLst>
              <a:ext uri="{FF2B5EF4-FFF2-40B4-BE49-F238E27FC236}">
                <a16:creationId xmlns:a16="http://schemas.microsoft.com/office/drawing/2014/main" id="{81DA72B8-9C87-E1AF-B98A-35BB87112E7F}"/>
              </a:ext>
            </a:extLst>
          </p:cNvPr>
          <p:cNvGraphicFramePr>
            <a:graphicFrameLocks/>
          </p:cNvGraphicFramePr>
          <p:nvPr>
            <p:extLst>
              <p:ext uri="{D42A27DB-BD31-4B8C-83A1-F6EECF244321}">
                <p14:modId xmlns:p14="http://schemas.microsoft.com/office/powerpoint/2010/main" val="1504352316"/>
              </p:ext>
            </p:extLst>
          </p:nvPr>
        </p:nvGraphicFramePr>
        <p:xfrm>
          <a:off x="838200" y="2921675"/>
          <a:ext cx="10927829" cy="3255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555552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C94A9F-BEA2-0A56-8DED-BA72C91B7E48}"/>
              </a:ext>
            </a:extLst>
          </p:cNvPr>
          <p:cNvSpPr>
            <a:spLocks noGrp="1"/>
          </p:cNvSpPr>
          <p:nvPr>
            <p:ph type="title"/>
          </p:nvPr>
        </p:nvSpPr>
        <p:spPr/>
        <p:txBody>
          <a:bodyPr>
            <a:normAutofit/>
          </a:bodyPr>
          <a:lstStyle/>
          <a:p>
            <a:r>
              <a:rPr lang="en-GB" dirty="0"/>
              <a:t>Three Pillars of Sport Performance Analytics</a:t>
            </a:r>
          </a:p>
        </p:txBody>
      </p:sp>
      <p:graphicFrame>
        <p:nvGraphicFramePr>
          <p:cNvPr id="4" name="Content Placeholder 2">
            <a:extLst>
              <a:ext uri="{FF2B5EF4-FFF2-40B4-BE49-F238E27FC236}">
                <a16:creationId xmlns:a16="http://schemas.microsoft.com/office/drawing/2014/main" id="{52007AA5-9EDB-B911-AD3C-B3621D314978}"/>
              </a:ext>
            </a:extLst>
          </p:cNvPr>
          <p:cNvGraphicFramePr>
            <a:graphicFrameLocks/>
          </p:cNvGraphicFramePr>
          <p:nvPr>
            <p:extLst>
              <p:ext uri="{D42A27DB-BD31-4B8C-83A1-F6EECF244321}">
                <p14:modId xmlns:p14="http://schemas.microsoft.com/office/powerpoint/2010/main" val="2251487192"/>
              </p:ext>
            </p:extLst>
          </p:nvPr>
        </p:nvGraphicFramePr>
        <p:xfrm>
          <a:off x="644056" y="2112580"/>
          <a:ext cx="10927829" cy="3255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4717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54136-6AB5-567E-BCA2-30F498FB6009}"/>
              </a:ext>
            </a:extLst>
          </p:cNvPr>
          <p:cNvSpPr>
            <a:spLocks noGrp="1"/>
          </p:cNvSpPr>
          <p:nvPr>
            <p:ph type="title"/>
          </p:nvPr>
        </p:nvSpPr>
        <p:spPr/>
        <p:txBody>
          <a:bodyPr>
            <a:normAutofit/>
          </a:bodyPr>
          <a:lstStyle/>
          <a:p>
            <a:r>
              <a:rPr lang="en-GB" dirty="0"/>
              <a:t>Domain 1: Scouting &amp; Talent Evaluation</a:t>
            </a:r>
            <a:endParaRPr lang="en-US" dirty="0"/>
          </a:p>
        </p:txBody>
      </p:sp>
      <p:sp>
        <p:nvSpPr>
          <p:cNvPr id="3" name="Content Placeholder 2">
            <a:extLst>
              <a:ext uri="{FF2B5EF4-FFF2-40B4-BE49-F238E27FC236}">
                <a16:creationId xmlns:a16="http://schemas.microsoft.com/office/drawing/2014/main" id="{363BB0BD-3051-24B4-5424-4207D8E4259C}"/>
              </a:ext>
            </a:extLst>
          </p:cNvPr>
          <p:cNvSpPr>
            <a:spLocks noGrp="1"/>
          </p:cNvSpPr>
          <p:nvPr>
            <p:ph idx="1"/>
          </p:nvPr>
        </p:nvSpPr>
        <p:spPr/>
        <p:txBody>
          <a:bodyPr>
            <a:normAutofit/>
          </a:bodyPr>
          <a:lstStyle/>
          <a:p>
            <a:pPr lvl="0"/>
            <a:r>
              <a:rPr lang="en-GB" dirty="0"/>
              <a:t>The Shift from Subjective to Objective:</a:t>
            </a:r>
          </a:p>
          <a:p>
            <a:pPr lvl="1"/>
            <a:r>
              <a:rPr lang="en-GB" dirty="0"/>
              <a:t>Traditional scouting relies heavily on subjective visual grades and small sample sizes ("he passes the eye test").</a:t>
            </a:r>
          </a:p>
          <a:p>
            <a:pPr lvl="1"/>
            <a:r>
              <a:rPr lang="en-GB" dirty="0"/>
              <a:t>Modern scouting uses contextualized performance metrics, tracking data, and predictive modelling to project future value</a:t>
            </a:r>
          </a:p>
        </p:txBody>
      </p:sp>
    </p:spTree>
    <p:extLst>
      <p:ext uri="{BB962C8B-B14F-4D97-AF65-F5344CB8AC3E}">
        <p14:creationId xmlns:p14="http://schemas.microsoft.com/office/powerpoint/2010/main" val="20699122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A080A-FF16-E781-D07F-0F8E3AE24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15040-9745-B08E-B90F-4DD5B76328F7}"/>
              </a:ext>
            </a:extLst>
          </p:cNvPr>
          <p:cNvSpPr>
            <a:spLocks noGrp="1"/>
          </p:cNvSpPr>
          <p:nvPr>
            <p:ph type="title"/>
          </p:nvPr>
        </p:nvSpPr>
        <p:spPr/>
        <p:txBody>
          <a:bodyPr>
            <a:normAutofit/>
          </a:bodyPr>
          <a:lstStyle/>
          <a:p>
            <a:r>
              <a:rPr lang="en-GB" dirty="0"/>
              <a:t>Domain 1: Scouting &amp; Talent Evaluation</a:t>
            </a:r>
            <a:endParaRPr lang="en-US" dirty="0"/>
          </a:p>
        </p:txBody>
      </p:sp>
      <p:sp>
        <p:nvSpPr>
          <p:cNvPr id="3" name="Content Placeholder 2">
            <a:extLst>
              <a:ext uri="{FF2B5EF4-FFF2-40B4-BE49-F238E27FC236}">
                <a16:creationId xmlns:a16="http://schemas.microsoft.com/office/drawing/2014/main" id="{7817721B-AEF6-B318-A8EB-E04EFE256AB8}"/>
              </a:ext>
            </a:extLst>
          </p:cNvPr>
          <p:cNvSpPr>
            <a:spLocks noGrp="1"/>
          </p:cNvSpPr>
          <p:nvPr>
            <p:ph idx="1"/>
          </p:nvPr>
        </p:nvSpPr>
        <p:spPr/>
        <p:txBody>
          <a:bodyPr>
            <a:normAutofit/>
          </a:bodyPr>
          <a:lstStyle/>
          <a:p>
            <a:pPr lvl="0"/>
            <a:r>
              <a:rPr lang="en-GB" dirty="0"/>
              <a:t>Key Components:</a:t>
            </a:r>
          </a:p>
          <a:p>
            <a:pPr lvl="1"/>
            <a:r>
              <a:rPr lang="en-GB" dirty="0"/>
              <a:t>Player Profiling: Finding statistical </a:t>
            </a:r>
            <a:r>
              <a:rPr lang="en-GB" dirty="0" err="1"/>
              <a:t>analogs</a:t>
            </a:r>
            <a:r>
              <a:rPr lang="en-GB" dirty="0"/>
              <a:t> and skill-set matches across leagues.</a:t>
            </a:r>
          </a:p>
          <a:p>
            <a:pPr lvl="1"/>
            <a:r>
              <a:rPr lang="en-GB" dirty="0"/>
              <a:t>Valuation &amp; Efficiency: Assessing production relative to cost or draft position.</a:t>
            </a:r>
          </a:p>
          <a:p>
            <a:pPr lvl="1"/>
            <a:r>
              <a:rPr lang="en-GB" dirty="0"/>
              <a:t>Injury History Integration: Merging medical screening data with tracking metrics to project durability.</a:t>
            </a:r>
          </a:p>
        </p:txBody>
      </p:sp>
    </p:spTree>
    <p:extLst>
      <p:ext uri="{BB962C8B-B14F-4D97-AF65-F5344CB8AC3E}">
        <p14:creationId xmlns:p14="http://schemas.microsoft.com/office/powerpoint/2010/main" val="70490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8469D-40F7-7830-05F1-2D005D4F89DE}"/>
              </a:ext>
            </a:extLst>
          </p:cNvPr>
          <p:cNvSpPr>
            <a:spLocks noGrp="1"/>
          </p:cNvSpPr>
          <p:nvPr>
            <p:ph type="title"/>
          </p:nvPr>
        </p:nvSpPr>
        <p:spPr/>
        <p:txBody>
          <a:bodyPr>
            <a:normAutofit fontScale="90000"/>
          </a:bodyPr>
          <a:lstStyle/>
          <a:p>
            <a:r>
              <a:rPr lang="en-GB" dirty="0"/>
              <a:t>Domain 2: Athlete Tracking (Physical &amp; Spatial)</a:t>
            </a:r>
            <a:endParaRPr lang="en-US" dirty="0"/>
          </a:p>
        </p:txBody>
      </p:sp>
      <p:sp>
        <p:nvSpPr>
          <p:cNvPr id="3" name="Content Placeholder 2">
            <a:extLst>
              <a:ext uri="{FF2B5EF4-FFF2-40B4-BE49-F238E27FC236}">
                <a16:creationId xmlns:a16="http://schemas.microsoft.com/office/drawing/2014/main" id="{6A687C13-1F8F-6A9D-FF31-C0F3288FE451}"/>
              </a:ext>
            </a:extLst>
          </p:cNvPr>
          <p:cNvSpPr>
            <a:spLocks noGrp="1"/>
          </p:cNvSpPr>
          <p:nvPr>
            <p:ph idx="1"/>
          </p:nvPr>
        </p:nvSpPr>
        <p:spPr/>
        <p:txBody>
          <a:bodyPr>
            <a:normAutofit/>
          </a:bodyPr>
          <a:lstStyle/>
          <a:p>
            <a:pPr lvl="0"/>
            <a:r>
              <a:rPr lang="en-GB" dirty="0"/>
              <a:t>What We Measure:</a:t>
            </a:r>
          </a:p>
          <a:p>
            <a:pPr lvl="1"/>
            <a:r>
              <a:rPr lang="en-GB" dirty="0"/>
              <a:t>External Load: Distance covered, high-speed running meters, accelerations, decelerations, and mechanical load (via GPS/accelerometers like Catapult).</a:t>
            </a:r>
          </a:p>
          <a:p>
            <a:pPr lvl="1"/>
            <a:r>
              <a:rPr lang="en-GB" dirty="0"/>
              <a:t>Internal Load: Heart rate response, session RPE (Rate of Perceived Exertion), and physiological stress markers.</a:t>
            </a:r>
          </a:p>
        </p:txBody>
      </p:sp>
    </p:spTree>
    <p:extLst>
      <p:ext uri="{BB962C8B-B14F-4D97-AF65-F5344CB8AC3E}">
        <p14:creationId xmlns:p14="http://schemas.microsoft.com/office/powerpoint/2010/main" val="381452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0C65-AACC-AC0A-76CE-4647060FAA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1E9B5-E8BC-BC83-E6EF-9F91BC10D46E}"/>
              </a:ext>
            </a:extLst>
          </p:cNvPr>
          <p:cNvSpPr>
            <a:spLocks noGrp="1"/>
          </p:cNvSpPr>
          <p:nvPr>
            <p:ph type="title"/>
          </p:nvPr>
        </p:nvSpPr>
        <p:spPr/>
        <p:txBody>
          <a:bodyPr>
            <a:normAutofit fontScale="90000"/>
          </a:bodyPr>
          <a:lstStyle/>
          <a:p>
            <a:r>
              <a:rPr lang="en-GB" dirty="0"/>
              <a:t>Domain 2: Athlete Tracking (Physical &amp; Spatial)</a:t>
            </a:r>
            <a:endParaRPr lang="en-US" dirty="0"/>
          </a:p>
        </p:txBody>
      </p:sp>
      <p:sp>
        <p:nvSpPr>
          <p:cNvPr id="3" name="Content Placeholder 2">
            <a:extLst>
              <a:ext uri="{FF2B5EF4-FFF2-40B4-BE49-F238E27FC236}">
                <a16:creationId xmlns:a16="http://schemas.microsoft.com/office/drawing/2014/main" id="{E2888A1B-7759-ED77-C7D4-03E0BC0B381C}"/>
              </a:ext>
            </a:extLst>
          </p:cNvPr>
          <p:cNvSpPr>
            <a:spLocks noGrp="1"/>
          </p:cNvSpPr>
          <p:nvPr>
            <p:ph idx="1"/>
          </p:nvPr>
        </p:nvSpPr>
        <p:spPr/>
        <p:txBody>
          <a:bodyPr>
            <a:normAutofit/>
          </a:bodyPr>
          <a:lstStyle/>
          <a:p>
            <a:pPr lvl="0"/>
            <a:r>
              <a:rPr lang="en-GB" dirty="0"/>
              <a:t>Key Components:</a:t>
            </a:r>
          </a:p>
          <a:p>
            <a:pPr lvl="1"/>
            <a:r>
              <a:rPr lang="en-GB" dirty="0"/>
              <a:t>Load Management: Moves training protocols away from "gut-feel" fatigue management to systematic load monitoring.</a:t>
            </a:r>
          </a:p>
          <a:p>
            <a:pPr lvl="1"/>
            <a:r>
              <a:rPr lang="en-GB" dirty="0"/>
              <a:t>Injury prevention: Helps flag injury risk by tracking workload spikes.</a:t>
            </a:r>
            <a:endParaRPr lang="en-US" dirty="0"/>
          </a:p>
        </p:txBody>
      </p:sp>
    </p:spTree>
    <p:extLst>
      <p:ext uri="{BB962C8B-B14F-4D97-AF65-F5344CB8AC3E}">
        <p14:creationId xmlns:p14="http://schemas.microsoft.com/office/powerpoint/2010/main" val="332634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7492E-1A95-E2DA-32AA-CCE155FA43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39C891-583F-87DA-AC76-852BE7EE3482}"/>
              </a:ext>
            </a:extLst>
          </p:cNvPr>
          <p:cNvSpPr>
            <a:spLocks noGrp="1"/>
          </p:cNvSpPr>
          <p:nvPr>
            <p:ph type="title"/>
          </p:nvPr>
        </p:nvSpPr>
        <p:spPr/>
        <p:txBody>
          <a:bodyPr>
            <a:normAutofit/>
          </a:bodyPr>
          <a:lstStyle/>
          <a:p>
            <a:r>
              <a:rPr lang="en-GB" dirty="0"/>
              <a:t>Domain 3: Strategy &amp; Tactical Optimization</a:t>
            </a:r>
            <a:endParaRPr lang="en-US" dirty="0"/>
          </a:p>
        </p:txBody>
      </p:sp>
      <p:sp>
        <p:nvSpPr>
          <p:cNvPr id="3" name="Content Placeholder 2">
            <a:extLst>
              <a:ext uri="{FF2B5EF4-FFF2-40B4-BE49-F238E27FC236}">
                <a16:creationId xmlns:a16="http://schemas.microsoft.com/office/drawing/2014/main" id="{64A63C36-4A2B-4B2F-2821-321706FDBBFE}"/>
              </a:ext>
            </a:extLst>
          </p:cNvPr>
          <p:cNvSpPr>
            <a:spLocks noGrp="1"/>
          </p:cNvSpPr>
          <p:nvPr>
            <p:ph idx="1"/>
          </p:nvPr>
        </p:nvSpPr>
        <p:spPr/>
        <p:txBody>
          <a:bodyPr>
            <a:normAutofit/>
          </a:bodyPr>
          <a:lstStyle/>
          <a:p>
            <a:pPr lvl="0"/>
            <a:r>
              <a:rPr lang="en-GB" dirty="0"/>
              <a:t>In-Game and Pre-Match Decision Making:</a:t>
            </a:r>
          </a:p>
          <a:p>
            <a:pPr lvl="1"/>
            <a:r>
              <a:rPr lang="en-GB" dirty="0"/>
              <a:t>Moving from intuition-based game plans to probabilistic </a:t>
            </a:r>
            <a:r>
              <a:rPr lang="en-GB" dirty="0" err="1"/>
              <a:t>modeling</a:t>
            </a:r>
            <a:r>
              <a:rPr lang="en-GB" dirty="0"/>
              <a:t>.</a:t>
            </a:r>
          </a:p>
          <a:p>
            <a:pPr lvl="1"/>
            <a:r>
              <a:rPr lang="en-GB" dirty="0"/>
              <a:t>Assessing risk vs. reward in high-leverage situations (e.g., fourth-down conversions in football, defensive shifting in baseball, spacing geometry in basketball).</a:t>
            </a:r>
          </a:p>
        </p:txBody>
      </p:sp>
    </p:spTree>
    <p:extLst>
      <p:ext uri="{BB962C8B-B14F-4D97-AF65-F5344CB8AC3E}">
        <p14:creationId xmlns:p14="http://schemas.microsoft.com/office/powerpoint/2010/main" val="4233146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00091-86A6-44ED-8B85-AF5B811FD243}"/>
              </a:ext>
            </a:extLst>
          </p:cNvPr>
          <p:cNvSpPr>
            <a:spLocks noGrp="1"/>
          </p:cNvSpPr>
          <p:nvPr>
            <p:ph type="title"/>
          </p:nvPr>
        </p:nvSpPr>
        <p:spPr/>
        <p:txBody>
          <a:bodyPr>
            <a:normAutofit/>
          </a:bodyPr>
          <a:lstStyle/>
          <a:p>
            <a:r>
              <a:rPr lang="en-GB" dirty="0"/>
              <a:t>Domain 3: Strategy &amp; Tactical Optimization</a:t>
            </a:r>
            <a:endParaRPr lang="en-US" dirty="0"/>
          </a:p>
        </p:txBody>
      </p:sp>
      <p:sp>
        <p:nvSpPr>
          <p:cNvPr id="3" name="Content Placeholder 2">
            <a:extLst>
              <a:ext uri="{FF2B5EF4-FFF2-40B4-BE49-F238E27FC236}">
                <a16:creationId xmlns:a16="http://schemas.microsoft.com/office/drawing/2014/main" id="{70846D2A-36B4-B854-420B-C54066EF71E3}"/>
              </a:ext>
            </a:extLst>
          </p:cNvPr>
          <p:cNvSpPr>
            <a:spLocks noGrp="1"/>
          </p:cNvSpPr>
          <p:nvPr>
            <p:ph idx="1"/>
          </p:nvPr>
        </p:nvSpPr>
        <p:spPr/>
        <p:txBody>
          <a:bodyPr>
            <a:normAutofit/>
          </a:bodyPr>
          <a:lstStyle/>
          <a:p>
            <a:pPr lvl="0"/>
            <a:r>
              <a:rPr lang="en-GB" dirty="0"/>
              <a:t>Key Components:</a:t>
            </a:r>
          </a:p>
          <a:p>
            <a:pPr lvl="1"/>
            <a:r>
              <a:rPr lang="en-GB" dirty="0"/>
              <a:t>Pre-Match: Identifying opponent tendencies, structural vulnerabilities, and optimal tactical matchups.</a:t>
            </a:r>
          </a:p>
          <a:p>
            <a:pPr lvl="1"/>
            <a:r>
              <a:rPr lang="en-GB" dirty="0"/>
              <a:t>In-Game: Real-time adjustments based on spatial tracking feedback and macro-tendencies.</a:t>
            </a:r>
          </a:p>
        </p:txBody>
      </p:sp>
    </p:spTree>
    <p:extLst>
      <p:ext uri="{BB962C8B-B14F-4D97-AF65-F5344CB8AC3E}">
        <p14:creationId xmlns:p14="http://schemas.microsoft.com/office/powerpoint/2010/main" val="18601062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14C1F-C157-336C-97BF-C56B35546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3FFC3-4D5E-A5BD-695A-ECCC0F63E25C}"/>
              </a:ext>
            </a:extLst>
          </p:cNvPr>
          <p:cNvSpPr>
            <a:spLocks noGrp="1"/>
          </p:cNvSpPr>
          <p:nvPr>
            <p:ph type="title"/>
          </p:nvPr>
        </p:nvSpPr>
        <p:spPr/>
        <p:txBody>
          <a:bodyPr>
            <a:normAutofit/>
          </a:bodyPr>
          <a:lstStyle/>
          <a:p>
            <a:r>
              <a:rPr lang="en-GB" dirty="0"/>
              <a:t>Three Pillars of Sport Performance Analytics</a:t>
            </a:r>
          </a:p>
        </p:txBody>
      </p:sp>
      <p:graphicFrame>
        <p:nvGraphicFramePr>
          <p:cNvPr id="4" name="Content Placeholder 2">
            <a:extLst>
              <a:ext uri="{FF2B5EF4-FFF2-40B4-BE49-F238E27FC236}">
                <a16:creationId xmlns:a16="http://schemas.microsoft.com/office/drawing/2014/main" id="{F9192799-7855-CDDA-EF94-8B7BC63A89C4}"/>
              </a:ext>
            </a:extLst>
          </p:cNvPr>
          <p:cNvGraphicFramePr>
            <a:graphicFrameLocks/>
          </p:cNvGraphicFramePr>
          <p:nvPr/>
        </p:nvGraphicFramePr>
        <p:xfrm>
          <a:off x="644056" y="2112580"/>
          <a:ext cx="10927829" cy="32552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9219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E6276-AB28-4A8F-BE16-1AB7E321C3A8}"/>
              </a:ext>
            </a:extLst>
          </p:cNvPr>
          <p:cNvSpPr>
            <a:spLocks noGrp="1"/>
          </p:cNvSpPr>
          <p:nvPr>
            <p:ph type="title"/>
          </p:nvPr>
        </p:nvSpPr>
        <p:spPr/>
        <p:txBody>
          <a:bodyPr/>
          <a:lstStyle/>
          <a:p>
            <a:r>
              <a:rPr lang="en-GB" dirty="0"/>
              <a:t>How Data Changes Sports Decisions</a:t>
            </a:r>
            <a:endParaRPr lang="en-US" dirty="0"/>
          </a:p>
        </p:txBody>
      </p:sp>
      <p:sp>
        <p:nvSpPr>
          <p:cNvPr id="3" name="Text Placeholder 2">
            <a:extLst>
              <a:ext uri="{FF2B5EF4-FFF2-40B4-BE49-F238E27FC236}">
                <a16:creationId xmlns:a16="http://schemas.microsoft.com/office/drawing/2014/main" id="{225EDE7E-26BD-3851-2E6E-F93F78BE049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6079376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F538-931D-AD45-9EA7-DADA26B90B42}"/>
              </a:ext>
            </a:extLst>
          </p:cNvPr>
          <p:cNvSpPr>
            <a:spLocks noGrp="1"/>
          </p:cNvSpPr>
          <p:nvPr>
            <p:ph type="title"/>
          </p:nvPr>
        </p:nvSpPr>
        <p:spPr/>
        <p:txBody>
          <a:bodyPr>
            <a:noAutofit/>
          </a:bodyPr>
          <a:lstStyle/>
          <a:p>
            <a:r>
              <a:rPr lang="en-GB" sz="3600" dirty="0"/>
              <a:t>A basketball team has lost four of its last five games.</a:t>
            </a:r>
            <a:endParaRPr lang="en-US" sz="3600" dirty="0"/>
          </a:p>
        </p:txBody>
      </p:sp>
      <p:sp>
        <p:nvSpPr>
          <p:cNvPr id="3" name="Content Placeholder 2">
            <a:extLst>
              <a:ext uri="{FF2B5EF4-FFF2-40B4-BE49-F238E27FC236}">
                <a16:creationId xmlns:a16="http://schemas.microsoft.com/office/drawing/2014/main" id="{8B9E355C-4F74-80F1-6425-3FB7EAE6B2E6}"/>
              </a:ext>
            </a:extLst>
          </p:cNvPr>
          <p:cNvSpPr>
            <a:spLocks noGrp="1"/>
          </p:cNvSpPr>
          <p:nvPr>
            <p:ph idx="1"/>
          </p:nvPr>
        </p:nvSpPr>
        <p:spPr/>
        <p:txBody>
          <a:bodyPr/>
          <a:lstStyle/>
          <a:p>
            <a:pPr marL="0" indent="0" algn="ctr">
              <a:buNone/>
            </a:pPr>
            <a:r>
              <a:rPr lang="en-US" dirty="0"/>
              <a:t>Coach asks, “what is going on??”. How do we tackle this as the analyst?</a:t>
            </a:r>
          </a:p>
        </p:txBody>
      </p:sp>
    </p:spTree>
    <p:extLst>
      <p:ext uri="{BB962C8B-B14F-4D97-AF65-F5344CB8AC3E}">
        <p14:creationId xmlns:p14="http://schemas.microsoft.com/office/powerpoint/2010/main" val="425644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22E2CF-A80A-AF59-D558-526F3B121E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580D1-4049-1628-7F57-F500A7F6380D}"/>
              </a:ext>
            </a:extLst>
          </p:cNvPr>
          <p:cNvSpPr>
            <a:spLocks noGrp="1"/>
          </p:cNvSpPr>
          <p:nvPr>
            <p:ph type="title"/>
          </p:nvPr>
        </p:nvSpPr>
        <p:spPr/>
        <p:txBody>
          <a:bodyPr>
            <a:noAutofit/>
          </a:bodyPr>
          <a:lstStyle/>
          <a:p>
            <a:r>
              <a:rPr lang="en-US" sz="4000" dirty="0"/>
              <a:t>“What is going on??”</a:t>
            </a:r>
          </a:p>
        </p:txBody>
      </p:sp>
      <p:sp>
        <p:nvSpPr>
          <p:cNvPr id="3" name="Content Placeholder 2">
            <a:extLst>
              <a:ext uri="{FF2B5EF4-FFF2-40B4-BE49-F238E27FC236}">
                <a16:creationId xmlns:a16="http://schemas.microsoft.com/office/drawing/2014/main" id="{87AACD65-58A7-C8D7-2F7D-E8AD7B05383E}"/>
              </a:ext>
            </a:extLst>
          </p:cNvPr>
          <p:cNvSpPr>
            <a:spLocks noGrp="1"/>
          </p:cNvSpPr>
          <p:nvPr>
            <p:ph idx="1"/>
          </p:nvPr>
        </p:nvSpPr>
        <p:spPr/>
        <p:txBody>
          <a:bodyPr/>
          <a:lstStyle/>
          <a:p>
            <a:r>
              <a:rPr lang="en-US" dirty="0"/>
              <a:t>Things we need to figure out:</a:t>
            </a:r>
          </a:p>
          <a:p>
            <a:pPr marL="914400" lvl="1" indent="-457200">
              <a:buFont typeface="+mj-lt"/>
              <a:buAutoNum type="arabicPeriod"/>
            </a:pPr>
            <a:r>
              <a:rPr lang="en-GB" dirty="0"/>
              <a:t>What should the team change before the next game?</a:t>
            </a:r>
          </a:p>
          <a:p>
            <a:pPr marL="914400" lvl="1" indent="-457200">
              <a:buFont typeface="+mj-lt"/>
              <a:buAutoNum type="arabicPeriod"/>
            </a:pPr>
            <a:r>
              <a:rPr lang="en-GB" dirty="0"/>
              <a:t>What factors may be contributing to the losses?</a:t>
            </a:r>
          </a:p>
          <a:p>
            <a:pPr marL="914400" lvl="1" indent="-457200">
              <a:buFont typeface="+mj-lt"/>
              <a:buAutoNum type="arabicPeriod"/>
            </a:pPr>
            <a:r>
              <a:rPr lang="en-GB" dirty="0"/>
              <a:t>What has changed during the last five games?</a:t>
            </a:r>
          </a:p>
          <a:p>
            <a:pPr marL="914400" lvl="1" indent="-457200">
              <a:buFont typeface="+mj-lt"/>
              <a:buAutoNum type="arabicPeriod"/>
            </a:pPr>
            <a:r>
              <a:rPr lang="en-GB" dirty="0"/>
              <a:t>What is likely to happen if the current pattern continues?</a:t>
            </a:r>
          </a:p>
          <a:p>
            <a:pPr marL="914400" lvl="1" indent="-457200">
              <a:buFont typeface="+mj-lt"/>
              <a:buAutoNum type="arabicPeriod"/>
            </a:pPr>
            <a:endParaRPr lang="en-GB" dirty="0"/>
          </a:p>
          <a:p>
            <a:r>
              <a:rPr lang="en-GB" dirty="0"/>
              <a:t>Which domain of sports analytics are we in?</a:t>
            </a:r>
          </a:p>
          <a:p>
            <a:r>
              <a:rPr lang="en-GB" dirty="0"/>
              <a:t>Put these questions in the order you think they should be addressed.</a:t>
            </a:r>
            <a:endParaRPr lang="en-US" dirty="0"/>
          </a:p>
        </p:txBody>
      </p:sp>
    </p:spTree>
    <p:extLst>
      <p:ext uri="{BB962C8B-B14F-4D97-AF65-F5344CB8AC3E}">
        <p14:creationId xmlns:p14="http://schemas.microsoft.com/office/powerpoint/2010/main" val="3429352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6E687-775F-7437-EDC7-D51CFF5AD815}"/>
              </a:ext>
            </a:extLst>
          </p:cNvPr>
          <p:cNvSpPr>
            <a:spLocks noGrp="1"/>
          </p:cNvSpPr>
          <p:nvPr>
            <p:ph type="title"/>
          </p:nvPr>
        </p:nvSpPr>
        <p:spPr/>
        <p:txBody>
          <a:bodyPr>
            <a:normAutofit/>
          </a:bodyPr>
          <a:lstStyle/>
          <a:p>
            <a:r>
              <a:rPr lang="en-GB"/>
              <a:t>Types of Analytical Questions</a:t>
            </a:r>
            <a:endParaRPr lang="en-US" dirty="0"/>
          </a:p>
        </p:txBody>
      </p:sp>
      <p:graphicFrame>
        <p:nvGraphicFramePr>
          <p:cNvPr id="4" name="Content Placeholder 2">
            <a:extLst>
              <a:ext uri="{FF2B5EF4-FFF2-40B4-BE49-F238E27FC236}">
                <a16:creationId xmlns:a16="http://schemas.microsoft.com/office/drawing/2014/main" id="{EC7561EA-9584-52D2-BAC5-64D0CEFB10AE}"/>
              </a:ext>
            </a:extLst>
          </p:cNvPr>
          <p:cNvGraphicFramePr>
            <a:graphicFrameLocks/>
          </p:cNvGraphicFramePr>
          <p:nvPr>
            <p:extLst>
              <p:ext uri="{D42A27DB-BD31-4B8C-83A1-F6EECF244321}">
                <p14:modId xmlns:p14="http://schemas.microsoft.com/office/powerpoint/2010/main" val="1548744606"/>
              </p:ext>
            </p:extLst>
          </p:nvPr>
        </p:nvGraphicFramePr>
        <p:xfrm>
          <a:off x="644056" y="2112580"/>
          <a:ext cx="10927829" cy="328915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12742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EC1E5-3253-BE3B-A177-555F6256FD6E}"/>
              </a:ext>
            </a:extLst>
          </p:cNvPr>
          <p:cNvSpPr>
            <a:spLocks noGrp="1"/>
          </p:cNvSpPr>
          <p:nvPr>
            <p:ph type="title"/>
          </p:nvPr>
        </p:nvSpPr>
        <p:spPr/>
        <p:txBody>
          <a:bodyPr/>
          <a:lstStyle/>
          <a:p>
            <a:r>
              <a:rPr lang="en-GB" dirty="0"/>
              <a:t>Descriptive Analytics</a:t>
            </a:r>
            <a:endParaRPr lang="en-US" dirty="0"/>
          </a:p>
        </p:txBody>
      </p:sp>
      <p:sp>
        <p:nvSpPr>
          <p:cNvPr id="3" name="Content Placeholder 2">
            <a:extLst>
              <a:ext uri="{FF2B5EF4-FFF2-40B4-BE49-F238E27FC236}">
                <a16:creationId xmlns:a16="http://schemas.microsoft.com/office/drawing/2014/main" id="{FFF80534-F617-B253-BAEF-A99C9EDB1A0C}"/>
              </a:ext>
            </a:extLst>
          </p:cNvPr>
          <p:cNvSpPr>
            <a:spLocks noGrp="1"/>
          </p:cNvSpPr>
          <p:nvPr>
            <p:ph idx="1"/>
          </p:nvPr>
        </p:nvSpPr>
        <p:spPr/>
        <p:txBody>
          <a:bodyPr/>
          <a:lstStyle/>
          <a:p>
            <a:r>
              <a:rPr lang="en-GB" dirty="0"/>
              <a:t>Descriptive analytics summarizes past or current data to show what occurred.</a:t>
            </a:r>
          </a:p>
          <a:p>
            <a:r>
              <a:rPr lang="en-GB" dirty="0"/>
              <a:t>Identifies patterns and results, but it does not explain why they occurred.</a:t>
            </a:r>
            <a:endParaRPr lang="en-US" dirty="0"/>
          </a:p>
          <a:p>
            <a:endParaRPr lang="en-GB" dirty="0"/>
          </a:p>
          <a:p>
            <a:r>
              <a:rPr lang="en-GB" dirty="0"/>
              <a:t>Examples:</a:t>
            </a:r>
          </a:p>
          <a:p>
            <a:pPr lvl="1"/>
            <a:r>
              <a:rPr lang="en-GB" dirty="0"/>
              <a:t>How much high-intensity work did an athlete complete?</a:t>
            </a:r>
          </a:p>
          <a:p>
            <a:pPr lvl="1"/>
            <a:r>
              <a:rPr lang="en-GB" dirty="0"/>
              <a:t>Which players created the most scoring opportunities?</a:t>
            </a:r>
          </a:p>
          <a:p>
            <a:pPr lvl="1"/>
            <a:r>
              <a:rPr lang="en-GB" dirty="0"/>
              <a:t>How did the team perform during the previous five games?</a:t>
            </a:r>
          </a:p>
          <a:p>
            <a:pPr lvl="1"/>
            <a:r>
              <a:rPr lang="en-GB" dirty="0"/>
              <a:t>What are a prospect’s current performance statistics?</a:t>
            </a:r>
          </a:p>
        </p:txBody>
      </p:sp>
    </p:spTree>
    <p:extLst>
      <p:ext uri="{BB962C8B-B14F-4D97-AF65-F5344CB8AC3E}">
        <p14:creationId xmlns:p14="http://schemas.microsoft.com/office/powerpoint/2010/main" val="8425385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7CB77-6EDD-8F3F-C963-1FA974FEB4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D6ED2-15F2-DD91-5BA2-2809D02699B0}"/>
              </a:ext>
            </a:extLst>
          </p:cNvPr>
          <p:cNvSpPr>
            <a:spLocks noGrp="1"/>
          </p:cNvSpPr>
          <p:nvPr>
            <p:ph type="title"/>
          </p:nvPr>
        </p:nvSpPr>
        <p:spPr/>
        <p:txBody>
          <a:bodyPr/>
          <a:lstStyle/>
          <a:p>
            <a:r>
              <a:rPr lang="en-GB" dirty="0"/>
              <a:t>Diagnostic Analytics</a:t>
            </a:r>
            <a:endParaRPr lang="en-US" dirty="0"/>
          </a:p>
        </p:txBody>
      </p:sp>
      <p:sp>
        <p:nvSpPr>
          <p:cNvPr id="3" name="Content Placeholder 2">
            <a:extLst>
              <a:ext uri="{FF2B5EF4-FFF2-40B4-BE49-F238E27FC236}">
                <a16:creationId xmlns:a16="http://schemas.microsoft.com/office/drawing/2014/main" id="{E0A06E8A-DA09-6CFB-6676-2D8217C9C0D9}"/>
              </a:ext>
            </a:extLst>
          </p:cNvPr>
          <p:cNvSpPr>
            <a:spLocks noGrp="1"/>
          </p:cNvSpPr>
          <p:nvPr>
            <p:ph idx="1"/>
          </p:nvPr>
        </p:nvSpPr>
        <p:spPr/>
        <p:txBody>
          <a:bodyPr>
            <a:normAutofit/>
          </a:bodyPr>
          <a:lstStyle/>
          <a:p>
            <a:r>
              <a:rPr lang="en-GB" dirty="0"/>
              <a:t>Diagnostic analytics uses data and context to investigate the possible reasons behind an outcome.</a:t>
            </a:r>
          </a:p>
          <a:p>
            <a:r>
              <a:rPr lang="en-GB" dirty="0"/>
              <a:t>May identify </a:t>
            </a:r>
            <a:r>
              <a:rPr lang="en-GB" i="1" u="sng" dirty="0"/>
              <a:t>possible</a:t>
            </a:r>
            <a:r>
              <a:rPr lang="en-GB" i="1" dirty="0"/>
              <a:t> </a:t>
            </a:r>
            <a:r>
              <a:rPr lang="en-GB" dirty="0"/>
              <a:t>explanations, but an observed relationship does </a:t>
            </a:r>
            <a:r>
              <a:rPr lang="en-GB" b="1" dirty="0"/>
              <a:t>not</a:t>
            </a:r>
            <a:r>
              <a:rPr lang="en-GB" dirty="0"/>
              <a:t> prove causation.</a:t>
            </a:r>
          </a:p>
          <a:p>
            <a:r>
              <a:rPr lang="en-GB" dirty="0"/>
              <a:t>Examples:</a:t>
            </a:r>
          </a:p>
          <a:p>
            <a:pPr lvl="1"/>
            <a:r>
              <a:rPr lang="en-GB" dirty="0"/>
              <a:t>Did an athlete’s workload increase because practice was longer or more intense?</a:t>
            </a:r>
          </a:p>
          <a:p>
            <a:pPr lvl="1"/>
            <a:r>
              <a:rPr lang="en-GB" dirty="0"/>
              <a:t>Did the team allow more shots because of turnovers or poor defensive positioning?</a:t>
            </a:r>
          </a:p>
          <a:p>
            <a:pPr lvl="1"/>
            <a:r>
              <a:rPr lang="en-GB" dirty="0"/>
              <a:t>Did a player perform differently against stronger opponents?</a:t>
            </a:r>
          </a:p>
          <a:p>
            <a:pPr lvl="1"/>
            <a:r>
              <a:rPr lang="en-GB" dirty="0"/>
              <a:t>Did performance decline after travel or limited recovery?</a:t>
            </a:r>
          </a:p>
        </p:txBody>
      </p:sp>
    </p:spTree>
    <p:extLst>
      <p:ext uri="{BB962C8B-B14F-4D97-AF65-F5344CB8AC3E}">
        <p14:creationId xmlns:p14="http://schemas.microsoft.com/office/powerpoint/2010/main" val="41926513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ACC08-6958-F7A2-ACE4-B776B9A57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25E0C7-70E6-46DA-F9E1-7120A1519F70}"/>
              </a:ext>
            </a:extLst>
          </p:cNvPr>
          <p:cNvSpPr>
            <a:spLocks noGrp="1"/>
          </p:cNvSpPr>
          <p:nvPr>
            <p:ph type="title"/>
          </p:nvPr>
        </p:nvSpPr>
        <p:spPr/>
        <p:txBody>
          <a:bodyPr/>
          <a:lstStyle/>
          <a:p>
            <a:r>
              <a:rPr lang="en-GB" dirty="0"/>
              <a:t>Predictive Analytics</a:t>
            </a:r>
            <a:endParaRPr lang="en-US" dirty="0"/>
          </a:p>
        </p:txBody>
      </p:sp>
      <p:sp>
        <p:nvSpPr>
          <p:cNvPr id="3" name="Content Placeholder 2">
            <a:extLst>
              <a:ext uri="{FF2B5EF4-FFF2-40B4-BE49-F238E27FC236}">
                <a16:creationId xmlns:a16="http://schemas.microsoft.com/office/drawing/2014/main" id="{4A0030B7-F5DE-72F2-FE6B-F9F7C08DA6DE}"/>
              </a:ext>
            </a:extLst>
          </p:cNvPr>
          <p:cNvSpPr>
            <a:spLocks noGrp="1"/>
          </p:cNvSpPr>
          <p:nvPr>
            <p:ph idx="1"/>
          </p:nvPr>
        </p:nvSpPr>
        <p:spPr/>
        <p:txBody>
          <a:bodyPr/>
          <a:lstStyle/>
          <a:p>
            <a:r>
              <a:rPr lang="en-GB" dirty="0"/>
              <a:t>Predictive analytics uses available information to estimate a future or unknown outcome.</a:t>
            </a:r>
          </a:p>
          <a:p>
            <a:r>
              <a:rPr lang="en-GB" dirty="0"/>
              <a:t>Predictions always involve uncertainty and are only as reliable as the data and assumptions behind them.</a:t>
            </a:r>
          </a:p>
          <a:p>
            <a:r>
              <a:rPr lang="en-GB" dirty="0"/>
              <a:t>Examples:</a:t>
            </a:r>
          </a:p>
          <a:p>
            <a:pPr lvl="1"/>
            <a:r>
              <a:rPr lang="en-GB" dirty="0"/>
              <a:t>How is an athlete likely to perform in the next game?</a:t>
            </a:r>
          </a:p>
          <a:p>
            <a:pPr lvl="1"/>
            <a:r>
              <a:rPr lang="en-GB" dirty="0"/>
              <a:t>Which prospect is most likely to succeed at the next level?</a:t>
            </a:r>
          </a:p>
          <a:p>
            <a:pPr lvl="1"/>
            <a:r>
              <a:rPr lang="en-GB" dirty="0"/>
              <a:t>What is the probability that a possession produces a score?</a:t>
            </a:r>
          </a:p>
          <a:p>
            <a:pPr lvl="1"/>
            <a:r>
              <a:rPr lang="en-GB" dirty="0"/>
              <a:t>Is an athlete likely to be adequately recovered for tomorrow’s practice?</a:t>
            </a:r>
          </a:p>
        </p:txBody>
      </p:sp>
    </p:spTree>
    <p:extLst>
      <p:ext uri="{BB962C8B-B14F-4D97-AF65-F5344CB8AC3E}">
        <p14:creationId xmlns:p14="http://schemas.microsoft.com/office/powerpoint/2010/main" val="32756390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F98FE-CCCB-1001-6CB6-CA9D38D9B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82EED7-BE09-3B77-081C-C5843302AEA0}"/>
              </a:ext>
            </a:extLst>
          </p:cNvPr>
          <p:cNvSpPr>
            <a:spLocks noGrp="1"/>
          </p:cNvSpPr>
          <p:nvPr>
            <p:ph type="title"/>
          </p:nvPr>
        </p:nvSpPr>
        <p:spPr/>
        <p:txBody>
          <a:bodyPr/>
          <a:lstStyle/>
          <a:p>
            <a:r>
              <a:rPr lang="en-GB" dirty="0"/>
              <a:t>Prescriptive Analytics</a:t>
            </a:r>
            <a:endParaRPr lang="en-US" dirty="0"/>
          </a:p>
        </p:txBody>
      </p:sp>
      <p:sp>
        <p:nvSpPr>
          <p:cNvPr id="3" name="Content Placeholder 2">
            <a:extLst>
              <a:ext uri="{FF2B5EF4-FFF2-40B4-BE49-F238E27FC236}">
                <a16:creationId xmlns:a16="http://schemas.microsoft.com/office/drawing/2014/main" id="{82C24FAB-9362-0D28-BF87-CA3A0A1FD587}"/>
              </a:ext>
            </a:extLst>
          </p:cNvPr>
          <p:cNvSpPr>
            <a:spLocks noGrp="1"/>
          </p:cNvSpPr>
          <p:nvPr>
            <p:ph idx="1"/>
          </p:nvPr>
        </p:nvSpPr>
        <p:spPr/>
        <p:txBody>
          <a:bodyPr>
            <a:normAutofit/>
          </a:bodyPr>
          <a:lstStyle/>
          <a:p>
            <a:r>
              <a:rPr lang="en-GB" dirty="0"/>
              <a:t>Prescriptive analytics uses evidence to recommend an action or decision.</a:t>
            </a:r>
          </a:p>
          <a:p>
            <a:r>
              <a:rPr lang="en-GB" dirty="0"/>
              <a:t>May guide decisions, but the final choice also depends on context, priorities, experience, and human judgment.</a:t>
            </a:r>
          </a:p>
          <a:p>
            <a:r>
              <a:rPr lang="en-GB" dirty="0"/>
              <a:t>Examples:</a:t>
            </a:r>
          </a:p>
          <a:p>
            <a:pPr lvl="1"/>
            <a:r>
              <a:rPr lang="en-GB" dirty="0"/>
              <a:t>Should an athlete’s training load be modified?</a:t>
            </a:r>
          </a:p>
          <a:p>
            <a:pPr lvl="1"/>
            <a:r>
              <a:rPr lang="en-GB" dirty="0"/>
              <a:t>Which prospect should the team select?</a:t>
            </a:r>
          </a:p>
          <a:p>
            <a:pPr lvl="1"/>
            <a:r>
              <a:rPr lang="en-GB" dirty="0"/>
              <a:t>Which lineup should the coach use?</a:t>
            </a:r>
          </a:p>
          <a:p>
            <a:pPr lvl="1"/>
            <a:r>
              <a:rPr lang="en-GB" dirty="0"/>
              <a:t>Should the team change its defensive strategy?</a:t>
            </a:r>
          </a:p>
          <a:p>
            <a:pPr lvl="1"/>
            <a:r>
              <a:rPr lang="en-GB" dirty="0"/>
              <a:t>How should limited resources be allocated?</a:t>
            </a:r>
          </a:p>
        </p:txBody>
      </p:sp>
    </p:spTree>
    <p:extLst>
      <p:ext uri="{BB962C8B-B14F-4D97-AF65-F5344CB8AC3E}">
        <p14:creationId xmlns:p14="http://schemas.microsoft.com/office/powerpoint/2010/main" val="721161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75FA4-E434-23A9-7B99-775F67F02828}"/>
              </a:ext>
            </a:extLst>
          </p:cNvPr>
          <p:cNvSpPr>
            <a:spLocks noGrp="1"/>
          </p:cNvSpPr>
          <p:nvPr>
            <p:ph type="title"/>
          </p:nvPr>
        </p:nvSpPr>
        <p:spPr/>
        <p:txBody>
          <a:bodyPr/>
          <a:lstStyle/>
          <a:p>
            <a:r>
              <a:rPr lang="en-GB" dirty="0"/>
              <a:t>Group Activity</a:t>
            </a:r>
            <a:endParaRPr lang="en-US" dirty="0"/>
          </a:p>
        </p:txBody>
      </p:sp>
      <p:sp>
        <p:nvSpPr>
          <p:cNvPr id="3" name="Content Placeholder 2">
            <a:extLst>
              <a:ext uri="{FF2B5EF4-FFF2-40B4-BE49-F238E27FC236}">
                <a16:creationId xmlns:a16="http://schemas.microsoft.com/office/drawing/2014/main" id="{AA6FD731-E03D-15A3-6104-3691E3E5E0BE}"/>
              </a:ext>
            </a:extLst>
          </p:cNvPr>
          <p:cNvSpPr>
            <a:spLocks noGrp="1"/>
          </p:cNvSpPr>
          <p:nvPr>
            <p:ph idx="1"/>
          </p:nvPr>
        </p:nvSpPr>
        <p:spPr/>
        <p:txBody>
          <a:bodyPr/>
          <a:lstStyle/>
          <a:p>
            <a:r>
              <a:rPr lang="en-GB" dirty="0"/>
              <a:t>Working with your group, read the assigned scenario and create a four-step analytics chain:</a:t>
            </a:r>
          </a:p>
          <a:p>
            <a:pPr lvl="1"/>
            <a:r>
              <a:rPr lang="en-GB" dirty="0"/>
              <a:t>Descriptive: State what happened.</a:t>
            </a:r>
          </a:p>
          <a:p>
            <a:pPr lvl="1"/>
            <a:r>
              <a:rPr lang="en-GB" dirty="0"/>
              <a:t>Diagnostic: Identify the most likely reason it happened.</a:t>
            </a:r>
          </a:p>
          <a:p>
            <a:pPr lvl="1"/>
            <a:r>
              <a:rPr lang="en-GB" dirty="0"/>
              <a:t>Predictive: Explain what could happen next if nothing changes.</a:t>
            </a:r>
          </a:p>
          <a:p>
            <a:pPr lvl="1"/>
            <a:r>
              <a:rPr lang="en-GB" dirty="0"/>
              <a:t>Prescriptive: Recommend what the team should do.</a:t>
            </a:r>
          </a:p>
          <a:p>
            <a:r>
              <a:rPr lang="en-GB" dirty="0"/>
              <a:t>Write one clear sentence for each step.</a:t>
            </a:r>
          </a:p>
          <a:p>
            <a:endParaRPr lang="en-US" dirty="0"/>
          </a:p>
        </p:txBody>
      </p:sp>
    </p:spTree>
    <p:extLst>
      <p:ext uri="{BB962C8B-B14F-4D97-AF65-F5344CB8AC3E}">
        <p14:creationId xmlns:p14="http://schemas.microsoft.com/office/powerpoint/2010/main" val="3785304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3F4149-77C5-51D6-6364-A5DC1666CA69}"/>
              </a:ext>
            </a:extLst>
          </p:cNvPr>
          <p:cNvSpPr>
            <a:spLocks noGrp="1"/>
          </p:cNvSpPr>
          <p:nvPr>
            <p:ph type="title"/>
          </p:nvPr>
        </p:nvSpPr>
        <p:spPr/>
        <p:txBody>
          <a:bodyPr/>
          <a:lstStyle/>
          <a:p>
            <a:r>
              <a:rPr lang="en-US" dirty="0"/>
              <a:t>Example </a:t>
            </a:r>
          </a:p>
        </p:txBody>
      </p:sp>
      <p:sp>
        <p:nvSpPr>
          <p:cNvPr id="3" name="Content Placeholder 2">
            <a:extLst>
              <a:ext uri="{FF2B5EF4-FFF2-40B4-BE49-F238E27FC236}">
                <a16:creationId xmlns:a16="http://schemas.microsoft.com/office/drawing/2014/main" id="{F4AC8398-083C-ED0D-65C7-FA16DBE6BCED}"/>
              </a:ext>
            </a:extLst>
          </p:cNvPr>
          <p:cNvSpPr>
            <a:spLocks noGrp="1"/>
          </p:cNvSpPr>
          <p:nvPr>
            <p:ph idx="1"/>
          </p:nvPr>
        </p:nvSpPr>
        <p:spPr/>
        <p:txBody>
          <a:bodyPr/>
          <a:lstStyle/>
          <a:p>
            <a:r>
              <a:rPr lang="en-GB" b="1" dirty="0"/>
              <a:t>Domain:</a:t>
            </a:r>
            <a:r>
              <a:rPr lang="en-GB" dirty="0"/>
              <a:t> Athlete monitoring</a:t>
            </a:r>
          </a:p>
          <a:p>
            <a:r>
              <a:rPr lang="en-GB" b="1" dirty="0"/>
              <a:t>Decision:</a:t>
            </a:r>
            <a:r>
              <a:rPr lang="en-GB" dirty="0"/>
              <a:t> Should a player’s training load be reduced today?</a:t>
            </a:r>
          </a:p>
          <a:p>
            <a:pPr lvl="1"/>
            <a:r>
              <a:rPr lang="en-GB" b="1" dirty="0"/>
              <a:t>Descriptive:</a:t>
            </a:r>
            <a:r>
              <a:rPr lang="en-GB" dirty="0"/>
              <a:t> The player completed substantially more high-intensity work than usual during the previous three days. </a:t>
            </a:r>
          </a:p>
          <a:p>
            <a:pPr lvl="1"/>
            <a:r>
              <a:rPr lang="en-GB" b="1" dirty="0"/>
              <a:t>Diagnostic:</a:t>
            </a:r>
            <a:r>
              <a:rPr lang="en-GB" dirty="0"/>
              <a:t> The increase resulted from additional drill repetitions and reduced recovery time. </a:t>
            </a:r>
          </a:p>
          <a:p>
            <a:pPr lvl="1"/>
            <a:r>
              <a:rPr lang="en-GB" b="1" dirty="0"/>
              <a:t>Predictive:</a:t>
            </a:r>
            <a:r>
              <a:rPr lang="en-GB" dirty="0"/>
              <a:t> Maintaining the planned load may increase the probability of poor performance or incomplete recovery tomorrow. </a:t>
            </a:r>
          </a:p>
          <a:p>
            <a:pPr lvl="1"/>
            <a:r>
              <a:rPr lang="en-GB" b="1" dirty="0"/>
              <a:t>Prescriptive:</a:t>
            </a:r>
            <a:r>
              <a:rPr lang="en-GB" dirty="0"/>
              <a:t> Reduce today’s high-intensity volume while maintaining lower-intensity tactical participation.</a:t>
            </a:r>
          </a:p>
          <a:p>
            <a:endParaRPr lang="en-US" dirty="0"/>
          </a:p>
        </p:txBody>
      </p:sp>
    </p:spTree>
    <p:extLst>
      <p:ext uri="{BB962C8B-B14F-4D97-AF65-F5344CB8AC3E}">
        <p14:creationId xmlns:p14="http://schemas.microsoft.com/office/powerpoint/2010/main" val="10690478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610FF-6703-8068-7ABF-ED20489ECABF}"/>
              </a:ext>
            </a:extLst>
          </p:cNvPr>
          <p:cNvSpPr>
            <a:spLocks noGrp="1"/>
          </p:cNvSpPr>
          <p:nvPr>
            <p:ph type="title"/>
          </p:nvPr>
        </p:nvSpPr>
        <p:spPr/>
        <p:txBody>
          <a:bodyPr/>
          <a:lstStyle/>
          <a:p>
            <a:r>
              <a:rPr lang="en-US" dirty="0"/>
              <a:t>Scenarios </a:t>
            </a:r>
          </a:p>
        </p:txBody>
      </p:sp>
      <p:sp>
        <p:nvSpPr>
          <p:cNvPr id="3" name="Content Placeholder 2">
            <a:extLst>
              <a:ext uri="{FF2B5EF4-FFF2-40B4-BE49-F238E27FC236}">
                <a16:creationId xmlns:a16="http://schemas.microsoft.com/office/drawing/2014/main" id="{63906137-364A-DE22-57E2-CF9CEDECC6B1}"/>
              </a:ext>
            </a:extLst>
          </p:cNvPr>
          <p:cNvSpPr>
            <a:spLocks noGrp="1"/>
          </p:cNvSpPr>
          <p:nvPr>
            <p:ph idx="1"/>
          </p:nvPr>
        </p:nvSpPr>
        <p:spPr/>
        <p:txBody>
          <a:bodyPr>
            <a:normAutofit/>
          </a:bodyPr>
          <a:lstStyle/>
          <a:p>
            <a:r>
              <a:rPr lang="en-GB" dirty="0"/>
              <a:t>A basketball player completed considerably more high-intensity work than usual during the previous three days. The player needs to be ready for a game tomorrow.</a:t>
            </a:r>
          </a:p>
          <a:p>
            <a:r>
              <a:rPr lang="en-GB" dirty="0"/>
              <a:t>A basketball prospect scores 22 points per game. Your team is deciding whether to select the player in the first round of the draft.</a:t>
            </a:r>
          </a:p>
          <a:p>
            <a:r>
              <a:rPr lang="en-GB" dirty="0"/>
              <a:t>A soccer team has allowed five goals during its last four matches. How should the team prepare to play their next opponent.</a:t>
            </a:r>
            <a:endParaRPr lang="en-US" dirty="0"/>
          </a:p>
        </p:txBody>
      </p:sp>
    </p:spTree>
    <p:extLst>
      <p:ext uri="{BB962C8B-B14F-4D97-AF65-F5344CB8AC3E}">
        <p14:creationId xmlns:p14="http://schemas.microsoft.com/office/powerpoint/2010/main" val="1267012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F3649-84EF-73B3-DB78-3A8C58E5C2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013837-791B-5F03-753D-2E5EA52C17EF}"/>
              </a:ext>
            </a:extLst>
          </p:cNvPr>
          <p:cNvSpPr>
            <a:spLocks noGrp="1"/>
          </p:cNvSpPr>
          <p:nvPr>
            <p:ph type="title"/>
          </p:nvPr>
        </p:nvSpPr>
        <p:spPr/>
        <p:txBody>
          <a:bodyPr/>
          <a:lstStyle/>
          <a:p>
            <a:r>
              <a:rPr lang="en-US" dirty="0"/>
              <a:t>Scenarios </a:t>
            </a:r>
          </a:p>
        </p:txBody>
      </p:sp>
      <p:sp>
        <p:nvSpPr>
          <p:cNvPr id="3" name="Content Placeholder 2">
            <a:extLst>
              <a:ext uri="{FF2B5EF4-FFF2-40B4-BE49-F238E27FC236}">
                <a16:creationId xmlns:a16="http://schemas.microsoft.com/office/drawing/2014/main" id="{B4D682D1-FE5C-EC9F-1DA5-C852D5D53B85}"/>
              </a:ext>
            </a:extLst>
          </p:cNvPr>
          <p:cNvSpPr>
            <a:spLocks noGrp="1"/>
          </p:cNvSpPr>
          <p:nvPr>
            <p:ph idx="1"/>
          </p:nvPr>
        </p:nvSpPr>
        <p:spPr/>
        <p:txBody>
          <a:bodyPr>
            <a:normAutofit fontScale="92500" lnSpcReduction="10000"/>
          </a:bodyPr>
          <a:lstStyle/>
          <a:p>
            <a:r>
              <a:rPr lang="en-GB" dirty="0"/>
              <a:t>A basketball player completed considerably more high-intensity work than usual during the previous three days. The coaching staff added extra drill repetitions and shortened the recovery periods between drills. The player has an important game tomorrow.</a:t>
            </a:r>
          </a:p>
          <a:p>
            <a:r>
              <a:rPr lang="en-GB" dirty="0"/>
              <a:t>A basketball prospect scores 22 points per game, but most of those points come against weaker opponents. Against highly ranked teams, the player’s scoring efficiency and assists decrease while turnovers increase. Your team is deciding whether to select the player in the first round of the draft.</a:t>
            </a:r>
          </a:p>
          <a:p>
            <a:r>
              <a:rPr lang="en-GB" dirty="0"/>
              <a:t>A soccer team has allowed five goals during its last four matches. Four of the goals occurred after the team lost possession while its fullbacks were positioned high up the field. The team is preparing to play an opponent with fast attacking players.</a:t>
            </a:r>
            <a:endParaRPr lang="en-US" dirty="0"/>
          </a:p>
        </p:txBody>
      </p:sp>
    </p:spTree>
    <p:extLst>
      <p:ext uri="{BB962C8B-B14F-4D97-AF65-F5344CB8AC3E}">
        <p14:creationId xmlns:p14="http://schemas.microsoft.com/office/powerpoint/2010/main" val="2264337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06E13-5384-F6B8-7FF6-738F2767EA41}"/>
              </a:ext>
            </a:extLst>
          </p:cNvPr>
          <p:cNvSpPr>
            <a:spLocks noGrp="1"/>
          </p:cNvSpPr>
          <p:nvPr>
            <p:ph type="title"/>
          </p:nvPr>
        </p:nvSpPr>
        <p:spPr/>
        <p:txBody>
          <a:bodyPr/>
          <a:lstStyle/>
          <a:p>
            <a:endParaRPr lang="en-US"/>
          </a:p>
        </p:txBody>
      </p:sp>
      <p:graphicFrame>
        <p:nvGraphicFramePr>
          <p:cNvPr id="4" name="Content Placeholder 3">
            <a:extLst>
              <a:ext uri="{FF2B5EF4-FFF2-40B4-BE49-F238E27FC236}">
                <a16:creationId xmlns:a16="http://schemas.microsoft.com/office/drawing/2014/main" id="{D75AD1FB-31AD-54B2-4A9C-187608065DF9}"/>
              </a:ext>
            </a:extLst>
          </p:cNvPr>
          <p:cNvGraphicFramePr>
            <a:graphicFrameLocks noGrp="1"/>
          </p:cNvGraphicFramePr>
          <p:nvPr>
            <p:ph idx="1"/>
            <p:extLst>
              <p:ext uri="{D42A27DB-BD31-4B8C-83A1-F6EECF244321}">
                <p14:modId xmlns:p14="http://schemas.microsoft.com/office/powerpoint/2010/main" val="23440987"/>
              </p:ext>
            </p:extLst>
          </p:nvPr>
        </p:nvGraphicFramePr>
        <p:xfrm>
          <a:off x="838200" y="2254726"/>
          <a:ext cx="10515600" cy="3108960"/>
        </p:xfrm>
        <a:graphic>
          <a:graphicData uri="http://schemas.openxmlformats.org/drawingml/2006/table">
            <a:tbl>
              <a:tblPr firstRow="1">
                <a:tableStyleId>{9D7B26C5-4107-4FEC-AEDC-1716B250A1EF}</a:tableStyleId>
              </a:tblPr>
              <a:tblGrid>
                <a:gridCol w="2103120">
                  <a:extLst>
                    <a:ext uri="{9D8B030D-6E8A-4147-A177-3AD203B41FA5}">
                      <a16:colId xmlns:a16="http://schemas.microsoft.com/office/drawing/2014/main" val="2551643942"/>
                    </a:ext>
                  </a:extLst>
                </a:gridCol>
                <a:gridCol w="2103120">
                  <a:extLst>
                    <a:ext uri="{9D8B030D-6E8A-4147-A177-3AD203B41FA5}">
                      <a16:colId xmlns:a16="http://schemas.microsoft.com/office/drawing/2014/main" val="3147451326"/>
                    </a:ext>
                  </a:extLst>
                </a:gridCol>
                <a:gridCol w="2103120">
                  <a:extLst>
                    <a:ext uri="{9D8B030D-6E8A-4147-A177-3AD203B41FA5}">
                      <a16:colId xmlns:a16="http://schemas.microsoft.com/office/drawing/2014/main" val="681552066"/>
                    </a:ext>
                  </a:extLst>
                </a:gridCol>
                <a:gridCol w="2103120">
                  <a:extLst>
                    <a:ext uri="{9D8B030D-6E8A-4147-A177-3AD203B41FA5}">
                      <a16:colId xmlns:a16="http://schemas.microsoft.com/office/drawing/2014/main" val="89738688"/>
                    </a:ext>
                  </a:extLst>
                </a:gridCol>
                <a:gridCol w="2103120">
                  <a:extLst>
                    <a:ext uri="{9D8B030D-6E8A-4147-A177-3AD203B41FA5}">
                      <a16:colId xmlns:a16="http://schemas.microsoft.com/office/drawing/2014/main" val="2244665788"/>
                    </a:ext>
                  </a:extLst>
                </a:gridCol>
              </a:tblGrid>
              <a:tr h="0">
                <a:tc>
                  <a:txBody>
                    <a:bodyPr/>
                    <a:lstStyle/>
                    <a:p>
                      <a:pPr>
                        <a:buNone/>
                      </a:pPr>
                      <a:r>
                        <a:rPr lang="en-GB"/>
                        <a:t>Domain</a:t>
                      </a:r>
                    </a:p>
                  </a:txBody>
                  <a:tcPr anchor="ctr"/>
                </a:tc>
                <a:tc>
                  <a:txBody>
                    <a:bodyPr/>
                    <a:lstStyle/>
                    <a:p>
                      <a:pPr>
                        <a:buNone/>
                      </a:pPr>
                      <a:r>
                        <a:rPr lang="en-GB"/>
                        <a:t>Descriptive</a:t>
                      </a:r>
                    </a:p>
                  </a:txBody>
                  <a:tcPr anchor="ctr"/>
                </a:tc>
                <a:tc>
                  <a:txBody>
                    <a:bodyPr/>
                    <a:lstStyle/>
                    <a:p>
                      <a:pPr>
                        <a:buNone/>
                      </a:pPr>
                      <a:r>
                        <a:rPr lang="en-GB"/>
                        <a:t>Diagnostic</a:t>
                      </a:r>
                    </a:p>
                  </a:txBody>
                  <a:tcPr anchor="ctr"/>
                </a:tc>
                <a:tc>
                  <a:txBody>
                    <a:bodyPr/>
                    <a:lstStyle/>
                    <a:p>
                      <a:pPr>
                        <a:buNone/>
                      </a:pPr>
                      <a:r>
                        <a:rPr lang="en-GB"/>
                        <a:t>Predictive</a:t>
                      </a:r>
                    </a:p>
                  </a:txBody>
                  <a:tcPr anchor="ctr"/>
                </a:tc>
                <a:tc>
                  <a:txBody>
                    <a:bodyPr/>
                    <a:lstStyle/>
                    <a:p>
                      <a:pPr>
                        <a:buNone/>
                      </a:pPr>
                      <a:r>
                        <a:rPr lang="en-GB"/>
                        <a:t>Prescriptive</a:t>
                      </a:r>
                    </a:p>
                  </a:txBody>
                  <a:tcPr anchor="ctr"/>
                </a:tc>
                <a:extLst>
                  <a:ext uri="{0D108BD9-81ED-4DB2-BD59-A6C34878D82A}">
                    <a16:rowId xmlns:a16="http://schemas.microsoft.com/office/drawing/2014/main" val="256435077"/>
                  </a:ext>
                </a:extLst>
              </a:tr>
              <a:tr h="0">
                <a:tc>
                  <a:txBody>
                    <a:bodyPr/>
                    <a:lstStyle/>
                    <a:p>
                      <a:pPr>
                        <a:buNone/>
                      </a:pPr>
                      <a:r>
                        <a:rPr lang="en-GB" dirty="0"/>
                        <a:t>Scouting</a:t>
                      </a:r>
                    </a:p>
                  </a:txBody>
                  <a:tcPr anchor="ctr"/>
                </a:tc>
                <a:tc>
                  <a:txBody>
                    <a:bodyPr/>
                    <a:lstStyle/>
                    <a:p>
                      <a:pPr>
                        <a:buNone/>
                      </a:pPr>
                      <a:r>
                        <a:rPr lang="en-GB"/>
                        <a:t>What has the player done?</a:t>
                      </a:r>
                    </a:p>
                  </a:txBody>
                  <a:tcPr anchor="ctr"/>
                </a:tc>
                <a:tc>
                  <a:txBody>
                    <a:bodyPr/>
                    <a:lstStyle/>
                    <a:p>
                      <a:pPr>
                        <a:buNone/>
                      </a:pPr>
                      <a:r>
                        <a:rPr lang="en-GB"/>
                        <a:t>Why has performance varied?</a:t>
                      </a:r>
                    </a:p>
                  </a:txBody>
                  <a:tcPr anchor="ctr"/>
                </a:tc>
                <a:tc>
                  <a:txBody>
                    <a:bodyPr/>
                    <a:lstStyle/>
                    <a:p>
                      <a:pPr>
                        <a:buNone/>
                      </a:pPr>
                      <a:r>
                        <a:rPr lang="en-GB"/>
                        <a:t>How might the player perform at the next level?</a:t>
                      </a:r>
                    </a:p>
                  </a:txBody>
                  <a:tcPr anchor="ctr"/>
                </a:tc>
                <a:tc>
                  <a:txBody>
                    <a:bodyPr/>
                    <a:lstStyle/>
                    <a:p>
                      <a:pPr>
                        <a:buNone/>
                      </a:pPr>
                      <a:r>
                        <a:rPr lang="en-GB"/>
                        <a:t>Should we recruit or draft the player?</a:t>
                      </a:r>
                    </a:p>
                  </a:txBody>
                  <a:tcPr anchor="ctr"/>
                </a:tc>
                <a:extLst>
                  <a:ext uri="{0D108BD9-81ED-4DB2-BD59-A6C34878D82A}">
                    <a16:rowId xmlns:a16="http://schemas.microsoft.com/office/drawing/2014/main" val="1982786549"/>
                  </a:ext>
                </a:extLst>
              </a:tr>
              <a:tr h="0">
                <a:tc>
                  <a:txBody>
                    <a:bodyPr/>
                    <a:lstStyle/>
                    <a:p>
                      <a:pPr>
                        <a:buNone/>
                      </a:pPr>
                      <a:r>
                        <a:rPr lang="en-GB"/>
                        <a:t>Athlete monitoring</a:t>
                      </a:r>
                    </a:p>
                  </a:txBody>
                  <a:tcPr anchor="ctr"/>
                </a:tc>
                <a:tc>
                  <a:txBody>
                    <a:bodyPr/>
                    <a:lstStyle/>
                    <a:p>
                      <a:pPr>
                        <a:buNone/>
                      </a:pPr>
                      <a:r>
                        <a:rPr lang="en-GB"/>
                        <a:t>What work did the athlete complete?</a:t>
                      </a:r>
                    </a:p>
                  </a:txBody>
                  <a:tcPr anchor="ctr"/>
                </a:tc>
                <a:tc>
                  <a:txBody>
                    <a:bodyPr/>
                    <a:lstStyle/>
                    <a:p>
                      <a:pPr>
                        <a:buNone/>
                      </a:pPr>
                      <a:r>
                        <a:rPr lang="en-GB"/>
                        <a:t>Why did workload or readiness change?</a:t>
                      </a:r>
                    </a:p>
                  </a:txBody>
                  <a:tcPr anchor="ctr"/>
                </a:tc>
                <a:tc>
                  <a:txBody>
                    <a:bodyPr/>
                    <a:lstStyle/>
                    <a:p>
                      <a:pPr>
                        <a:buNone/>
                      </a:pPr>
                      <a:r>
                        <a:rPr lang="en-GB"/>
                        <a:t>How might the athlete respond tomorrow?</a:t>
                      </a:r>
                    </a:p>
                  </a:txBody>
                  <a:tcPr anchor="ctr"/>
                </a:tc>
                <a:tc>
                  <a:txBody>
                    <a:bodyPr/>
                    <a:lstStyle/>
                    <a:p>
                      <a:pPr>
                        <a:buNone/>
                      </a:pPr>
                      <a:r>
                        <a:rPr lang="en-GB"/>
                        <a:t>Should training be modified?</a:t>
                      </a:r>
                    </a:p>
                  </a:txBody>
                  <a:tcPr anchor="ctr"/>
                </a:tc>
                <a:extLst>
                  <a:ext uri="{0D108BD9-81ED-4DB2-BD59-A6C34878D82A}">
                    <a16:rowId xmlns:a16="http://schemas.microsoft.com/office/drawing/2014/main" val="357560826"/>
                  </a:ext>
                </a:extLst>
              </a:tr>
              <a:tr h="0">
                <a:tc>
                  <a:txBody>
                    <a:bodyPr/>
                    <a:lstStyle/>
                    <a:p>
                      <a:pPr>
                        <a:buNone/>
                      </a:pPr>
                      <a:r>
                        <a:rPr lang="en-GB"/>
                        <a:t>Game strategy</a:t>
                      </a:r>
                    </a:p>
                  </a:txBody>
                  <a:tcPr anchor="ctr"/>
                </a:tc>
                <a:tc>
                  <a:txBody>
                    <a:bodyPr/>
                    <a:lstStyle/>
                    <a:p>
                      <a:pPr>
                        <a:buNone/>
                      </a:pPr>
                      <a:r>
                        <a:rPr lang="en-GB"/>
                        <a:t>What happened during the game?</a:t>
                      </a:r>
                    </a:p>
                  </a:txBody>
                  <a:tcPr anchor="ctr"/>
                </a:tc>
                <a:tc>
                  <a:txBody>
                    <a:bodyPr/>
                    <a:lstStyle/>
                    <a:p>
                      <a:pPr>
                        <a:buNone/>
                      </a:pPr>
                      <a:r>
                        <a:rPr lang="en-GB"/>
                        <a:t>Why did the strategy succeed or fail?</a:t>
                      </a:r>
                    </a:p>
                  </a:txBody>
                  <a:tcPr anchor="ctr"/>
                </a:tc>
                <a:tc>
                  <a:txBody>
                    <a:bodyPr/>
                    <a:lstStyle/>
                    <a:p>
                      <a:pPr>
                        <a:buNone/>
                      </a:pPr>
                      <a:r>
                        <a:rPr lang="en-GB"/>
                        <a:t>What is likely against the next opponent?</a:t>
                      </a:r>
                    </a:p>
                  </a:txBody>
                  <a:tcPr anchor="ctr"/>
                </a:tc>
                <a:tc>
                  <a:txBody>
                    <a:bodyPr/>
                    <a:lstStyle/>
                    <a:p>
                      <a:pPr>
                        <a:buNone/>
                      </a:pPr>
                      <a:r>
                        <a:rPr lang="en-GB" dirty="0"/>
                        <a:t>What strategy should the team use?</a:t>
                      </a:r>
                    </a:p>
                  </a:txBody>
                  <a:tcPr anchor="ctr"/>
                </a:tc>
                <a:extLst>
                  <a:ext uri="{0D108BD9-81ED-4DB2-BD59-A6C34878D82A}">
                    <a16:rowId xmlns:a16="http://schemas.microsoft.com/office/drawing/2014/main" val="2657443498"/>
                  </a:ext>
                </a:extLst>
              </a:tr>
            </a:tbl>
          </a:graphicData>
        </a:graphic>
      </p:graphicFrame>
    </p:spTree>
    <p:extLst>
      <p:ext uri="{BB962C8B-B14F-4D97-AF65-F5344CB8AC3E}">
        <p14:creationId xmlns:p14="http://schemas.microsoft.com/office/powerpoint/2010/main" val="8526353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3AABE-630C-BE7E-C207-7F502C7BE442}"/>
              </a:ext>
            </a:extLst>
          </p:cNvPr>
          <p:cNvSpPr>
            <a:spLocks noGrp="1"/>
          </p:cNvSpPr>
          <p:nvPr>
            <p:ph type="title"/>
          </p:nvPr>
        </p:nvSpPr>
        <p:spPr/>
        <p:txBody>
          <a:bodyPr/>
          <a:lstStyle/>
          <a:p>
            <a:r>
              <a:rPr lang="en-GB" dirty="0"/>
              <a:t>Analytics Is a Connected Process</a:t>
            </a:r>
            <a:endParaRPr lang="en-US" dirty="0"/>
          </a:p>
        </p:txBody>
      </p:sp>
      <p:sp>
        <p:nvSpPr>
          <p:cNvPr id="3" name="Content Placeholder 2">
            <a:extLst>
              <a:ext uri="{FF2B5EF4-FFF2-40B4-BE49-F238E27FC236}">
                <a16:creationId xmlns:a16="http://schemas.microsoft.com/office/drawing/2014/main" id="{DBB74CFF-8068-9093-0DB3-427FA9D01C70}"/>
              </a:ext>
            </a:extLst>
          </p:cNvPr>
          <p:cNvSpPr>
            <a:spLocks noGrp="1"/>
          </p:cNvSpPr>
          <p:nvPr>
            <p:ph idx="1"/>
          </p:nvPr>
        </p:nvSpPr>
        <p:spPr/>
        <p:txBody>
          <a:bodyPr/>
          <a:lstStyle/>
          <a:p>
            <a:endParaRPr lang="en-US"/>
          </a:p>
        </p:txBody>
      </p:sp>
      <p:sp>
        <p:nvSpPr>
          <p:cNvPr id="4" name="Rounded Rectangle 3">
            <a:extLst>
              <a:ext uri="{FF2B5EF4-FFF2-40B4-BE49-F238E27FC236}">
                <a16:creationId xmlns:a16="http://schemas.microsoft.com/office/drawing/2014/main" id="{4A782F88-38E0-4B72-24A8-1306D30D5582}"/>
              </a:ext>
            </a:extLst>
          </p:cNvPr>
          <p:cNvSpPr/>
          <p:nvPr/>
        </p:nvSpPr>
        <p:spPr>
          <a:xfrm>
            <a:off x="1148937" y="335225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Descriptive</a:t>
            </a:r>
          </a:p>
        </p:txBody>
      </p:sp>
      <p:sp>
        <p:nvSpPr>
          <p:cNvPr id="7" name="Right Arrow 6">
            <a:extLst>
              <a:ext uri="{FF2B5EF4-FFF2-40B4-BE49-F238E27FC236}">
                <a16:creationId xmlns:a16="http://schemas.microsoft.com/office/drawing/2014/main" id="{8588D409-93BC-51D5-47E6-7F11165C0988}"/>
              </a:ext>
            </a:extLst>
          </p:cNvPr>
          <p:cNvSpPr/>
          <p:nvPr/>
        </p:nvSpPr>
        <p:spPr>
          <a:xfrm>
            <a:off x="3139043" y="356713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6EAEB840-F944-BEEA-38E9-63C242B5BBF2}"/>
              </a:ext>
            </a:extLst>
          </p:cNvPr>
          <p:cNvSpPr/>
          <p:nvPr/>
        </p:nvSpPr>
        <p:spPr>
          <a:xfrm>
            <a:off x="3846615" y="335453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a:t>
            </a:r>
          </a:p>
        </p:txBody>
      </p:sp>
      <p:sp>
        <p:nvSpPr>
          <p:cNvPr id="9" name="Right Arrow 8">
            <a:extLst>
              <a:ext uri="{FF2B5EF4-FFF2-40B4-BE49-F238E27FC236}">
                <a16:creationId xmlns:a16="http://schemas.microsoft.com/office/drawing/2014/main" id="{6D3B2D4F-E522-6E84-5A49-48B9DD093CFA}"/>
              </a:ext>
            </a:extLst>
          </p:cNvPr>
          <p:cNvSpPr/>
          <p:nvPr/>
        </p:nvSpPr>
        <p:spPr>
          <a:xfrm>
            <a:off x="5836721" y="356941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740115D1-850B-3AF9-77F6-E126493420F4}"/>
              </a:ext>
            </a:extLst>
          </p:cNvPr>
          <p:cNvSpPr/>
          <p:nvPr/>
        </p:nvSpPr>
        <p:spPr>
          <a:xfrm>
            <a:off x="6504710" y="3352250"/>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Predictive</a:t>
            </a:r>
          </a:p>
        </p:txBody>
      </p:sp>
      <p:sp>
        <p:nvSpPr>
          <p:cNvPr id="11" name="Right Arrow 10">
            <a:extLst>
              <a:ext uri="{FF2B5EF4-FFF2-40B4-BE49-F238E27FC236}">
                <a16:creationId xmlns:a16="http://schemas.microsoft.com/office/drawing/2014/main" id="{26C186F5-3E52-E86C-00AF-9BB5162BA1B8}"/>
              </a:ext>
            </a:extLst>
          </p:cNvPr>
          <p:cNvSpPr/>
          <p:nvPr/>
        </p:nvSpPr>
        <p:spPr>
          <a:xfrm>
            <a:off x="8494816" y="3567134"/>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92ECBD38-13DC-59A9-C95E-2D7966D40DDC}"/>
              </a:ext>
            </a:extLst>
          </p:cNvPr>
          <p:cNvSpPr/>
          <p:nvPr/>
        </p:nvSpPr>
        <p:spPr>
          <a:xfrm>
            <a:off x="9202388" y="3331908"/>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Prescriptive</a:t>
            </a:r>
          </a:p>
        </p:txBody>
      </p:sp>
    </p:spTree>
    <p:extLst>
      <p:ext uri="{BB962C8B-B14F-4D97-AF65-F5344CB8AC3E}">
        <p14:creationId xmlns:p14="http://schemas.microsoft.com/office/powerpoint/2010/main" val="8015085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8D775-A112-9AF9-5D1F-F62BCE0203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DC6960-7901-AB28-CBA3-949C04823044}"/>
              </a:ext>
            </a:extLst>
          </p:cNvPr>
          <p:cNvSpPr>
            <a:spLocks noGrp="1"/>
          </p:cNvSpPr>
          <p:nvPr>
            <p:ph type="title"/>
          </p:nvPr>
        </p:nvSpPr>
        <p:spPr/>
        <p:txBody>
          <a:bodyPr/>
          <a:lstStyle/>
          <a:p>
            <a:r>
              <a:rPr lang="en-GB" dirty="0"/>
              <a:t>Analytics Is a Connected Process</a:t>
            </a:r>
            <a:endParaRPr lang="en-US" dirty="0"/>
          </a:p>
        </p:txBody>
      </p:sp>
      <p:sp>
        <p:nvSpPr>
          <p:cNvPr id="3" name="Content Placeholder 2">
            <a:extLst>
              <a:ext uri="{FF2B5EF4-FFF2-40B4-BE49-F238E27FC236}">
                <a16:creationId xmlns:a16="http://schemas.microsoft.com/office/drawing/2014/main" id="{1BC90F12-59E9-B91B-B183-BF4016A59BD7}"/>
              </a:ext>
            </a:extLst>
          </p:cNvPr>
          <p:cNvSpPr>
            <a:spLocks noGrp="1"/>
          </p:cNvSpPr>
          <p:nvPr>
            <p:ph idx="1"/>
          </p:nvPr>
        </p:nvSpPr>
        <p:spPr/>
        <p:txBody>
          <a:bodyPr/>
          <a:lstStyle/>
          <a:p>
            <a:endParaRPr lang="en-US" dirty="0"/>
          </a:p>
        </p:txBody>
      </p:sp>
      <p:sp>
        <p:nvSpPr>
          <p:cNvPr id="10" name="Rounded Rectangle 9">
            <a:extLst>
              <a:ext uri="{FF2B5EF4-FFF2-40B4-BE49-F238E27FC236}">
                <a16:creationId xmlns:a16="http://schemas.microsoft.com/office/drawing/2014/main" id="{66CAA5F0-6E53-A555-1152-E733DCFDF09C}"/>
              </a:ext>
            </a:extLst>
          </p:cNvPr>
          <p:cNvSpPr/>
          <p:nvPr/>
        </p:nvSpPr>
        <p:spPr>
          <a:xfrm>
            <a:off x="7505699" y="2164843"/>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Predictive</a:t>
            </a:r>
          </a:p>
        </p:txBody>
      </p:sp>
      <p:sp>
        <p:nvSpPr>
          <p:cNvPr id="11" name="Right Arrow 10">
            <a:extLst>
              <a:ext uri="{FF2B5EF4-FFF2-40B4-BE49-F238E27FC236}">
                <a16:creationId xmlns:a16="http://schemas.microsoft.com/office/drawing/2014/main" id="{DD0D4C3A-526C-76CB-F794-7165AB6441E1}"/>
              </a:ext>
            </a:extLst>
          </p:cNvPr>
          <p:cNvSpPr/>
          <p:nvPr/>
        </p:nvSpPr>
        <p:spPr>
          <a:xfrm rot="3743277">
            <a:off x="8881700" y="3260213"/>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ounded Rectangle 3">
            <a:extLst>
              <a:ext uri="{FF2B5EF4-FFF2-40B4-BE49-F238E27FC236}">
                <a16:creationId xmlns:a16="http://schemas.microsoft.com/office/drawing/2014/main" id="{2A07DF87-DD44-BEA8-AA52-58A227E0FACD}"/>
              </a:ext>
            </a:extLst>
          </p:cNvPr>
          <p:cNvSpPr/>
          <p:nvPr/>
        </p:nvSpPr>
        <p:spPr>
          <a:xfrm>
            <a:off x="3488377" y="3925817"/>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Descriptive</a:t>
            </a:r>
          </a:p>
        </p:txBody>
      </p:sp>
      <p:sp>
        <p:nvSpPr>
          <p:cNvPr id="7" name="Right Arrow 6">
            <a:extLst>
              <a:ext uri="{FF2B5EF4-FFF2-40B4-BE49-F238E27FC236}">
                <a16:creationId xmlns:a16="http://schemas.microsoft.com/office/drawing/2014/main" id="{90FB8E53-FB0C-259D-CD09-AFD9C3DD9245}"/>
              </a:ext>
            </a:extLst>
          </p:cNvPr>
          <p:cNvSpPr/>
          <p:nvPr/>
        </p:nvSpPr>
        <p:spPr>
          <a:xfrm>
            <a:off x="5478483" y="4140701"/>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133E3A46-654D-3745-1B1B-F084CE632680}"/>
              </a:ext>
            </a:extLst>
          </p:cNvPr>
          <p:cNvSpPr/>
          <p:nvPr/>
        </p:nvSpPr>
        <p:spPr>
          <a:xfrm>
            <a:off x="6186055" y="3928097"/>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Diagnostic</a:t>
            </a:r>
          </a:p>
        </p:txBody>
      </p:sp>
      <p:sp>
        <p:nvSpPr>
          <p:cNvPr id="9" name="Right Arrow 8">
            <a:extLst>
              <a:ext uri="{FF2B5EF4-FFF2-40B4-BE49-F238E27FC236}">
                <a16:creationId xmlns:a16="http://schemas.microsoft.com/office/drawing/2014/main" id="{FA98941D-8F63-F9AC-5CD5-3FAB4E59CC08}"/>
              </a:ext>
            </a:extLst>
          </p:cNvPr>
          <p:cNvSpPr/>
          <p:nvPr/>
        </p:nvSpPr>
        <p:spPr>
          <a:xfrm rot="18801083">
            <a:off x="7438542" y="3227008"/>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F000CD9E-121F-6BC0-0916-DBD2C2A662F2}"/>
              </a:ext>
            </a:extLst>
          </p:cNvPr>
          <p:cNvSpPr/>
          <p:nvPr/>
        </p:nvSpPr>
        <p:spPr>
          <a:xfrm>
            <a:off x="8883733" y="3925817"/>
            <a:ext cx="1840675" cy="91440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Prescriptive</a:t>
            </a:r>
          </a:p>
        </p:txBody>
      </p:sp>
      <p:sp>
        <p:nvSpPr>
          <p:cNvPr id="15" name="Magnetic Disk 14">
            <a:extLst>
              <a:ext uri="{FF2B5EF4-FFF2-40B4-BE49-F238E27FC236}">
                <a16:creationId xmlns:a16="http://schemas.microsoft.com/office/drawing/2014/main" id="{DDD59D53-0BF2-CBEC-7D6F-5D7CA63637DE}"/>
              </a:ext>
            </a:extLst>
          </p:cNvPr>
          <p:cNvSpPr/>
          <p:nvPr/>
        </p:nvSpPr>
        <p:spPr>
          <a:xfrm>
            <a:off x="1467592" y="4240264"/>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18" name="Right Arrow 17">
            <a:extLst>
              <a:ext uri="{FF2B5EF4-FFF2-40B4-BE49-F238E27FC236}">
                <a16:creationId xmlns:a16="http://schemas.microsoft.com/office/drawing/2014/main" id="{85C562E6-0EB2-6FF1-9937-9E86B58AF423}"/>
              </a:ext>
            </a:extLst>
          </p:cNvPr>
          <p:cNvSpPr/>
          <p:nvPr/>
        </p:nvSpPr>
        <p:spPr>
          <a:xfrm>
            <a:off x="2780805" y="4202358"/>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54595E51-A76C-EB48-AF77-7A2F954F66A6}"/>
              </a:ext>
            </a:extLst>
          </p:cNvPr>
          <p:cNvGrpSpPr/>
          <p:nvPr/>
        </p:nvGrpSpPr>
        <p:grpSpPr>
          <a:xfrm>
            <a:off x="5478483" y="2015504"/>
            <a:ext cx="1163782" cy="1108548"/>
            <a:chOff x="997527" y="4004676"/>
            <a:chExt cx="1163782" cy="1108548"/>
          </a:xfrm>
        </p:grpSpPr>
        <p:sp>
          <p:nvSpPr>
            <p:cNvPr id="20" name="Magnetic Disk 19">
              <a:extLst>
                <a:ext uri="{FF2B5EF4-FFF2-40B4-BE49-F238E27FC236}">
                  <a16:creationId xmlns:a16="http://schemas.microsoft.com/office/drawing/2014/main" id="{C75A93FE-8E1C-DE7F-3F48-024E6627F04B}"/>
                </a:ext>
              </a:extLst>
            </p:cNvPr>
            <p:cNvSpPr/>
            <p:nvPr/>
          </p:nvSpPr>
          <p:spPr>
            <a:xfrm>
              <a:off x="997527" y="4702629"/>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Magnetic Disk 20">
              <a:extLst>
                <a:ext uri="{FF2B5EF4-FFF2-40B4-BE49-F238E27FC236}">
                  <a16:creationId xmlns:a16="http://schemas.microsoft.com/office/drawing/2014/main" id="{F5AB6600-3CE9-1A67-845B-C6554A26236F}"/>
                </a:ext>
              </a:extLst>
            </p:cNvPr>
            <p:cNvSpPr/>
            <p:nvPr/>
          </p:nvSpPr>
          <p:spPr>
            <a:xfrm>
              <a:off x="997527" y="4344931"/>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a:t>
              </a:r>
            </a:p>
          </p:txBody>
        </p:sp>
        <p:sp>
          <p:nvSpPr>
            <p:cNvPr id="22" name="Magnetic Disk 21">
              <a:extLst>
                <a:ext uri="{FF2B5EF4-FFF2-40B4-BE49-F238E27FC236}">
                  <a16:creationId xmlns:a16="http://schemas.microsoft.com/office/drawing/2014/main" id="{B7DDCEDA-194C-3B5F-DD08-FD26C999F49E}"/>
                </a:ext>
              </a:extLst>
            </p:cNvPr>
            <p:cNvSpPr/>
            <p:nvPr/>
          </p:nvSpPr>
          <p:spPr>
            <a:xfrm>
              <a:off x="997527" y="4004676"/>
              <a:ext cx="1163782" cy="410595"/>
            </a:xfrm>
            <a:prstGeom prst="flowChartMagneticDisk">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ight Arrow 22">
            <a:extLst>
              <a:ext uri="{FF2B5EF4-FFF2-40B4-BE49-F238E27FC236}">
                <a16:creationId xmlns:a16="http://schemas.microsoft.com/office/drawing/2014/main" id="{1C945C0C-1E0E-1C8E-FFC4-B8AAFAEB88FE}"/>
              </a:ext>
            </a:extLst>
          </p:cNvPr>
          <p:cNvSpPr/>
          <p:nvPr/>
        </p:nvSpPr>
        <p:spPr>
          <a:xfrm>
            <a:off x="6791696" y="2369371"/>
            <a:ext cx="558141"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749161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BC448-0E80-7EFF-4754-8229B404CA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16AE1-4E7C-4C41-76FF-F2538718C69D}"/>
              </a:ext>
            </a:extLst>
          </p:cNvPr>
          <p:cNvSpPr>
            <a:spLocks noGrp="1"/>
          </p:cNvSpPr>
          <p:nvPr>
            <p:ph type="title"/>
          </p:nvPr>
        </p:nvSpPr>
        <p:spPr/>
        <p:txBody>
          <a:bodyPr>
            <a:normAutofit fontScale="90000"/>
          </a:bodyPr>
          <a:lstStyle/>
          <a:p>
            <a:r>
              <a:rPr lang="en-GB" dirty="0"/>
              <a:t>More Advanced Does Not Mean More Valuable</a:t>
            </a:r>
            <a:endParaRPr lang="en-US" dirty="0"/>
          </a:p>
        </p:txBody>
      </p:sp>
      <p:sp>
        <p:nvSpPr>
          <p:cNvPr id="3" name="Content Placeholder 2">
            <a:extLst>
              <a:ext uri="{FF2B5EF4-FFF2-40B4-BE49-F238E27FC236}">
                <a16:creationId xmlns:a16="http://schemas.microsoft.com/office/drawing/2014/main" id="{7FFAA4CE-A3EC-AB3B-0675-93654EC1B928}"/>
              </a:ext>
            </a:extLst>
          </p:cNvPr>
          <p:cNvSpPr>
            <a:spLocks noGrp="1"/>
          </p:cNvSpPr>
          <p:nvPr>
            <p:ph idx="1"/>
          </p:nvPr>
        </p:nvSpPr>
        <p:spPr/>
        <p:txBody>
          <a:bodyPr>
            <a:normAutofit lnSpcReduction="10000"/>
          </a:bodyPr>
          <a:lstStyle/>
          <a:p>
            <a:r>
              <a:rPr lang="en-GB" dirty="0"/>
              <a:t>Much of the daily work in sports analytics is descriptive and diagnostic:</a:t>
            </a:r>
          </a:p>
          <a:p>
            <a:pPr lvl="1"/>
            <a:r>
              <a:rPr lang="en-GB" dirty="0"/>
              <a:t>Collecting, cleaning, and organizing data</a:t>
            </a:r>
          </a:p>
          <a:p>
            <a:pPr lvl="1"/>
            <a:r>
              <a:rPr lang="en-GB" dirty="0"/>
              <a:t>Defining metrics consistently</a:t>
            </a:r>
          </a:p>
          <a:p>
            <a:pPr lvl="1"/>
            <a:r>
              <a:rPr lang="en-GB" dirty="0"/>
              <a:t>Monitoring recent performance and workload</a:t>
            </a:r>
          </a:p>
          <a:p>
            <a:pPr lvl="1"/>
            <a:r>
              <a:rPr lang="en-GB" dirty="0"/>
              <a:t>Identifying meaningful changes or patterns</a:t>
            </a:r>
          </a:p>
          <a:p>
            <a:pPr lvl="1"/>
            <a:r>
              <a:rPr lang="en-GB" dirty="0"/>
              <a:t>Communicating findings to coaches, athletes, and decision-makers</a:t>
            </a:r>
          </a:p>
          <a:p>
            <a:r>
              <a:rPr lang="en-GB" dirty="0"/>
              <a:t>Predictive models can be valuable, but only when they address a real decision and are supported by reliable foundational work.</a:t>
            </a:r>
          </a:p>
          <a:p>
            <a:r>
              <a:rPr lang="en-GB" dirty="0"/>
              <a:t>The best analysis is not necessarily the most complicated analysis. It is the analysis that helps someone make a better decision.</a:t>
            </a:r>
          </a:p>
        </p:txBody>
      </p:sp>
    </p:spTree>
    <p:extLst>
      <p:ext uri="{BB962C8B-B14F-4D97-AF65-F5344CB8AC3E}">
        <p14:creationId xmlns:p14="http://schemas.microsoft.com/office/powerpoint/2010/main" val="23293368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478</TotalTime>
  <Words>1582</Words>
  <Application>Microsoft Macintosh PowerPoint</Application>
  <PresentationFormat>Widescreen</PresentationFormat>
  <Paragraphs>173</Paragraphs>
  <Slides>26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Aptos</vt:lpstr>
      <vt:lpstr>Aptos Display</vt:lpstr>
      <vt:lpstr>Arial</vt:lpstr>
      <vt:lpstr>Office Theme</vt:lpstr>
      <vt:lpstr>The Three Domains: Tracking, Scouting, and Strategy</vt:lpstr>
      <vt:lpstr>Overview</vt:lpstr>
      <vt:lpstr>Three Pillars of Sport Performance Analytics</vt:lpstr>
      <vt:lpstr>Domain 1: Scouting &amp; Talent Evaluation</vt:lpstr>
      <vt:lpstr>Domain 1: Scouting &amp; Talent Evaluation</vt:lpstr>
      <vt:lpstr>Domain 2: Athlete Tracking (Physical &amp; Spatial)</vt:lpstr>
      <vt:lpstr>Domain 2: Athlete Tracking (Physical &amp; Spatial)</vt:lpstr>
      <vt:lpstr>Domain 3: Strategy &amp; Tactical Optimization</vt:lpstr>
      <vt:lpstr>Domain 3: Strategy &amp; Tactical Optimization</vt:lpstr>
      <vt:lpstr>Three Pillars of Sport Performance Analytics</vt:lpstr>
      <vt:lpstr>How Data Changes Sports Decisions</vt:lpstr>
      <vt:lpstr>A basketball team has lost four of its last five games.</vt:lpstr>
      <vt:lpstr>“What is going on??”</vt:lpstr>
      <vt:lpstr>Types of Analytical Questions</vt:lpstr>
      <vt:lpstr>Descriptive Analytics</vt:lpstr>
      <vt:lpstr>Diagnostic Analytics</vt:lpstr>
      <vt:lpstr>Predictive Analytics</vt:lpstr>
      <vt:lpstr>Prescriptive Analytics</vt:lpstr>
      <vt:lpstr>Group Activity</vt:lpstr>
      <vt:lpstr>Example </vt:lpstr>
      <vt:lpstr>Scenarios </vt:lpstr>
      <vt:lpstr>Scenarios </vt:lpstr>
      <vt:lpstr>PowerPoint Presentation</vt:lpstr>
      <vt:lpstr>Analytics Is a Connected Process</vt:lpstr>
      <vt:lpstr>Analytics Is a Connected Process</vt:lpstr>
      <vt:lpstr>More Advanced Does Not Mean More Valuable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Onishi, Saryu</dc:creator>
  <cp:lastModifiedBy>Onishi, Saryu</cp:lastModifiedBy>
  <cp:revision>8</cp:revision>
  <dcterms:created xsi:type="dcterms:W3CDTF">2026-08-17T13:48:23Z</dcterms:created>
  <dcterms:modified xsi:type="dcterms:W3CDTF">2026-08-18T19:10:02Z</dcterms:modified>
</cp:coreProperties>
</file>